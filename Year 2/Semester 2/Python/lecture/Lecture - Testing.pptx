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7" r:id="rId3"/>
    <p:sldId id="278" r:id="rId4"/>
    <p:sldId id="279" r:id="rId5"/>
    <p:sldId id="280" r:id="rId6"/>
    <p:sldId id="258" r:id="rId7"/>
    <p:sldId id="261" r:id="rId8"/>
    <p:sldId id="263" r:id="rId9"/>
    <p:sldId id="259" r:id="rId10"/>
    <p:sldId id="260" r:id="rId11"/>
    <p:sldId id="262"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EA7E67-9433-4FAD-9041-71905564374D}" v="1" dt="2024-11-26T06:33:27.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n Sheikh" userId="S::sheikhzain64@inf.elte.hu::076e7d7c-2bd6-4a8a-aca3-18ab280ebf42" providerId="AD" clId="Web-{0FEDEB37-FC5E-3540-DB20-CEF85E629921}"/>
    <pc:docChg chg="addSld delSld modSld">
      <pc:chgData name="Zain Sheikh" userId="S::sheikhzain64@inf.elte.hu::076e7d7c-2bd6-4a8a-aca3-18ab280ebf42" providerId="AD" clId="Web-{0FEDEB37-FC5E-3540-DB20-CEF85E629921}" dt="2024-09-02T14:47:54.955" v="151" actId="14100"/>
      <pc:docMkLst>
        <pc:docMk/>
      </pc:docMkLst>
      <pc:sldChg chg="addSp delSp modSp">
        <pc:chgData name="Zain Sheikh" userId="S::sheikhzain64@inf.elte.hu::076e7d7c-2bd6-4a8a-aca3-18ab280ebf42" providerId="AD" clId="Web-{0FEDEB37-FC5E-3540-DB20-CEF85E629921}" dt="2024-09-02T14:47:54.955" v="151" actId="14100"/>
        <pc:sldMkLst>
          <pc:docMk/>
          <pc:sldMk cId="2252775770" sldId="277"/>
        </pc:sldMkLst>
        <pc:spChg chg="mod">
          <ac:chgData name="Zain Sheikh" userId="S::sheikhzain64@inf.elte.hu::076e7d7c-2bd6-4a8a-aca3-18ab280ebf42" providerId="AD" clId="Web-{0FEDEB37-FC5E-3540-DB20-CEF85E629921}" dt="2024-09-02T14:47:54.955" v="151" actId="14100"/>
          <ac:spMkLst>
            <pc:docMk/>
            <pc:sldMk cId="2252775770" sldId="277"/>
            <ac:spMk id="2" creationId="{ABB27ECB-7F72-8F3C-CA0B-A629495803A2}"/>
          </ac:spMkLst>
        </pc:spChg>
        <pc:spChg chg="del mod">
          <ac:chgData name="Zain Sheikh" userId="S::sheikhzain64@inf.elte.hu::076e7d7c-2bd6-4a8a-aca3-18ab280ebf42" providerId="AD" clId="Web-{0FEDEB37-FC5E-3540-DB20-CEF85E629921}" dt="2024-09-02T14:35:58.658" v="21"/>
          <ac:spMkLst>
            <pc:docMk/>
            <pc:sldMk cId="2252775770" sldId="277"/>
            <ac:spMk id="3" creationId="{A1E0F7D2-6256-B3F0-FE21-811E9E23DDD0}"/>
          </ac:spMkLst>
        </pc:spChg>
        <pc:spChg chg="add del mod">
          <ac:chgData name="Zain Sheikh" userId="S::sheikhzain64@inf.elte.hu::076e7d7c-2bd6-4a8a-aca3-18ab280ebf42" providerId="AD" clId="Web-{0FEDEB37-FC5E-3540-DB20-CEF85E629921}" dt="2024-09-02T14:36:04.533" v="22"/>
          <ac:spMkLst>
            <pc:docMk/>
            <pc:sldMk cId="2252775770" sldId="277"/>
            <ac:spMk id="5" creationId="{2F6AF372-DCC7-C9E2-E6E5-AE71CAA395D4}"/>
          </ac:spMkLst>
        </pc:spChg>
      </pc:sldChg>
      <pc:sldChg chg="delSp modSp new">
        <pc:chgData name="Zain Sheikh" userId="S::sheikhzain64@inf.elte.hu::076e7d7c-2bd6-4a8a-aca3-18ab280ebf42" providerId="AD" clId="Web-{0FEDEB37-FC5E-3540-DB20-CEF85E629921}" dt="2024-09-02T14:42:11.307" v="73" actId="20577"/>
        <pc:sldMkLst>
          <pc:docMk/>
          <pc:sldMk cId="3111014923" sldId="278"/>
        </pc:sldMkLst>
        <pc:spChg chg="del">
          <ac:chgData name="Zain Sheikh" userId="S::sheikhzain64@inf.elte.hu::076e7d7c-2bd6-4a8a-aca3-18ab280ebf42" providerId="AD" clId="Web-{0FEDEB37-FC5E-3540-DB20-CEF85E629921}" dt="2024-09-02T14:38:14.214" v="44"/>
          <ac:spMkLst>
            <pc:docMk/>
            <pc:sldMk cId="3111014923" sldId="278"/>
            <ac:spMk id="2" creationId="{775C5ED7-7551-9ECB-61C2-31B4EA7D4335}"/>
          </ac:spMkLst>
        </pc:spChg>
        <pc:spChg chg="mod">
          <ac:chgData name="Zain Sheikh" userId="S::sheikhzain64@inf.elte.hu::076e7d7c-2bd6-4a8a-aca3-18ab280ebf42" providerId="AD" clId="Web-{0FEDEB37-FC5E-3540-DB20-CEF85E629921}" dt="2024-09-02T14:42:11.307" v="73" actId="20577"/>
          <ac:spMkLst>
            <pc:docMk/>
            <pc:sldMk cId="3111014923" sldId="278"/>
            <ac:spMk id="3" creationId="{32A4F018-B0BF-515A-D0AC-A35835660938}"/>
          </ac:spMkLst>
        </pc:spChg>
      </pc:sldChg>
      <pc:sldChg chg="delSp modSp new del">
        <pc:chgData name="Zain Sheikh" userId="S::sheikhzain64@inf.elte.hu::076e7d7c-2bd6-4a8a-aca3-18ab280ebf42" providerId="AD" clId="Web-{0FEDEB37-FC5E-3540-DB20-CEF85E629921}" dt="2024-09-02T14:42:57.138" v="97"/>
        <pc:sldMkLst>
          <pc:docMk/>
          <pc:sldMk cId="469694231" sldId="279"/>
        </pc:sldMkLst>
        <pc:spChg chg="mod">
          <ac:chgData name="Zain Sheikh" userId="S::sheikhzain64@inf.elte.hu::076e7d7c-2bd6-4a8a-aca3-18ab280ebf42" providerId="AD" clId="Web-{0FEDEB37-FC5E-3540-DB20-CEF85E629921}" dt="2024-09-02T14:42:56.154" v="96" actId="14100"/>
          <ac:spMkLst>
            <pc:docMk/>
            <pc:sldMk cId="469694231" sldId="279"/>
            <ac:spMk id="2" creationId="{7CA76640-C768-5E39-EBD0-18728CFB3D73}"/>
          </ac:spMkLst>
        </pc:spChg>
        <pc:spChg chg="del">
          <ac:chgData name="Zain Sheikh" userId="S::sheikhzain64@inf.elte.hu::076e7d7c-2bd6-4a8a-aca3-18ab280ebf42" providerId="AD" clId="Web-{0FEDEB37-FC5E-3540-DB20-CEF85E629921}" dt="2024-09-02T14:42:24.183" v="75"/>
          <ac:spMkLst>
            <pc:docMk/>
            <pc:sldMk cId="469694231" sldId="279"/>
            <ac:spMk id="3" creationId="{6F81C0EC-AE8F-ECFC-4A34-41FD90F69EED}"/>
          </ac:spMkLst>
        </pc:spChg>
      </pc:sldChg>
      <pc:sldChg chg="modSp new">
        <pc:chgData name="Zain Sheikh" userId="S::sheikhzain64@inf.elte.hu::076e7d7c-2bd6-4a8a-aca3-18ab280ebf42" providerId="AD" clId="Web-{0FEDEB37-FC5E-3540-DB20-CEF85E629921}" dt="2024-09-02T14:47:45.157" v="150" actId="20577"/>
        <pc:sldMkLst>
          <pc:docMk/>
          <pc:sldMk cId="1921546783" sldId="279"/>
        </pc:sldMkLst>
        <pc:spChg chg="mod">
          <ac:chgData name="Zain Sheikh" userId="S::sheikhzain64@inf.elte.hu::076e7d7c-2bd6-4a8a-aca3-18ab280ebf42" providerId="AD" clId="Web-{0FEDEB37-FC5E-3540-DB20-CEF85E629921}" dt="2024-09-02T14:43:25.047" v="115" actId="20577"/>
          <ac:spMkLst>
            <pc:docMk/>
            <pc:sldMk cId="1921546783" sldId="279"/>
            <ac:spMk id="2" creationId="{7600CE60-042C-B3C3-F37D-546E1F53639A}"/>
          </ac:spMkLst>
        </pc:spChg>
        <pc:spChg chg="mod">
          <ac:chgData name="Zain Sheikh" userId="S::sheikhzain64@inf.elte.hu::076e7d7c-2bd6-4a8a-aca3-18ab280ebf42" providerId="AD" clId="Web-{0FEDEB37-FC5E-3540-DB20-CEF85E629921}" dt="2024-09-02T14:47:45.157" v="150" actId="20577"/>
          <ac:spMkLst>
            <pc:docMk/>
            <pc:sldMk cId="1921546783" sldId="279"/>
            <ac:spMk id="3" creationId="{40959BEA-F0CD-AB91-50D9-51368A589B30}"/>
          </ac:spMkLst>
        </pc:spChg>
      </pc:sldChg>
      <pc:sldChg chg="delSp modSp new">
        <pc:chgData name="Zain Sheikh" userId="S::sheikhzain64@inf.elte.hu::076e7d7c-2bd6-4a8a-aca3-18ab280ebf42" providerId="AD" clId="Web-{0FEDEB37-FC5E-3540-DB20-CEF85E629921}" dt="2024-09-02T14:47:41.626" v="147" actId="20577"/>
        <pc:sldMkLst>
          <pc:docMk/>
          <pc:sldMk cId="1281980126" sldId="280"/>
        </pc:sldMkLst>
        <pc:spChg chg="del">
          <ac:chgData name="Zain Sheikh" userId="S::sheikhzain64@inf.elte.hu::076e7d7c-2bd6-4a8a-aca3-18ab280ebf42" providerId="AD" clId="Web-{0FEDEB37-FC5E-3540-DB20-CEF85E629921}" dt="2024-09-02T14:47:08.467" v="137"/>
          <ac:spMkLst>
            <pc:docMk/>
            <pc:sldMk cId="1281980126" sldId="280"/>
            <ac:spMk id="2" creationId="{CD1E5065-6736-A2A0-4E14-2C1F4FC03371}"/>
          </ac:spMkLst>
        </pc:spChg>
        <pc:spChg chg="mod">
          <ac:chgData name="Zain Sheikh" userId="S::sheikhzain64@inf.elte.hu::076e7d7c-2bd6-4a8a-aca3-18ab280ebf42" providerId="AD" clId="Web-{0FEDEB37-FC5E-3540-DB20-CEF85E629921}" dt="2024-09-02T14:47:41.626" v="147" actId="20577"/>
          <ac:spMkLst>
            <pc:docMk/>
            <pc:sldMk cId="1281980126" sldId="280"/>
            <ac:spMk id="3" creationId="{A4972D66-A38F-468E-E1D4-2B994559688A}"/>
          </ac:spMkLst>
        </pc:spChg>
      </pc:sldChg>
    </pc:docChg>
  </pc:docChgLst>
  <pc:docChgLst>
    <pc:chgData clId="Web-{513B6A27-E8A1-EE43-782D-3F4C54FD7284}"/>
    <pc:docChg chg="addSld">
      <pc:chgData name="" userId="" providerId="" clId="Web-{513B6A27-E8A1-EE43-782D-3F4C54FD7284}" dt="2024-08-26T11:25:44.140" v="0"/>
      <pc:docMkLst>
        <pc:docMk/>
      </pc:docMkLst>
      <pc:sldChg chg="add">
        <pc:chgData name="" userId="" providerId="" clId="Web-{513B6A27-E8A1-EE43-782D-3F4C54FD7284}" dt="2024-08-26T11:25:44.140" v="0"/>
        <pc:sldMkLst>
          <pc:docMk/>
          <pc:sldMk cId="1758270771" sldId="257"/>
        </pc:sldMkLst>
      </pc:sldChg>
    </pc:docChg>
  </pc:docChgLst>
  <pc:docChgLst>
    <pc:chgData name="Dr. Alwaháb Zoltán" userId="18c5b7f9-010a-408e-b175-729c8de91ab0" providerId="ADAL" clId="{34EA7E67-9433-4FAD-9041-71905564374D}"/>
    <pc:docChg chg="custSel modSld">
      <pc:chgData name="Dr. Alwaháb Zoltán" userId="18c5b7f9-010a-408e-b175-729c8de91ab0" providerId="ADAL" clId="{34EA7E67-9433-4FAD-9041-71905564374D}" dt="2024-11-26T07:13:19.386" v="13" actId="20577"/>
      <pc:docMkLst>
        <pc:docMk/>
      </pc:docMkLst>
      <pc:sldChg chg="addSp delSp modSp mod">
        <pc:chgData name="Dr. Alwaháb Zoltán" userId="18c5b7f9-010a-408e-b175-729c8de91ab0" providerId="ADAL" clId="{34EA7E67-9433-4FAD-9041-71905564374D}" dt="2024-11-26T07:13:19.386" v="13" actId="20577"/>
        <pc:sldMkLst>
          <pc:docMk/>
          <pc:sldMk cId="1758270771" sldId="257"/>
        </pc:sldMkLst>
        <pc:spChg chg="mod">
          <ac:chgData name="Dr. Alwaháb Zoltán" userId="18c5b7f9-010a-408e-b175-729c8de91ab0" providerId="ADAL" clId="{34EA7E67-9433-4FAD-9041-71905564374D}" dt="2024-11-26T07:13:19.386" v="13" actId="20577"/>
          <ac:spMkLst>
            <pc:docMk/>
            <pc:sldMk cId="1758270771" sldId="257"/>
            <ac:spMk id="17" creationId="{00000000-0000-0000-0000-000000000000}"/>
          </ac:spMkLst>
        </pc:spChg>
        <pc:grpChg chg="del">
          <ac:chgData name="Dr. Alwaháb Zoltán" userId="18c5b7f9-010a-408e-b175-729c8de91ab0" providerId="ADAL" clId="{34EA7E67-9433-4FAD-9041-71905564374D}" dt="2024-11-26T06:33:44.194" v="5" actId="478"/>
          <ac:grpSpMkLst>
            <pc:docMk/>
            <pc:sldMk cId="1758270771" sldId="257"/>
            <ac:grpSpMk id="14" creationId="{00000000-0000-0000-0000-000000000000}"/>
          </ac:grpSpMkLst>
        </pc:grpChg>
        <pc:grpChg chg="mod">
          <ac:chgData name="Dr. Alwaháb Zoltán" userId="18c5b7f9-010a-408e-b175-729c8de91ab0" providerId="ADAL" clId="{34EA7E67-9433-4FAD-9041-71905564374D}" dt="2024-11-26T06:33:33.729" v="2" actId="1076"/>
          <ac:grpSpMkLst>
            <pc:docMk/>
            <pc:sldMk cId="1758270771" sldId="257"/>
            <ac:grpSpMk id="18" creationId="{00000000-0000-0000-0000-000000000000}"/>
          </ac:grpSpMkLst>
        </pc:grpChg>
        <pc:picChg chg="add mod">
          <ac:chgData name="Dr. Alwaháb Zoltán" userId="18c5b7f9-010a-408e-b175-729c8de91ab0" providerId="ADAL" clId="{34EA7E67-9433-4FAD-9041-71905564374D}" dt="2024-11-26T06:33:36.940" v="3" actId="1076"/>
          <ac:picMkLst>
            <pc:docMk/>
            <pc:sldMk cId="1758270771" sldId="257"/>
            <ac:picMk id="3" creationId="{3E4FEA7F-A1F0-C25C-843D-7AAA80A0A072}"/>
          </ac:picMkLst>
        </pc:picChg>
      </pc:sldChg>
    </pc:docChg>
  </pc:docChgLst>
  <pc:docChgLst>
    <pc:chgData name="Zain Sheikh" userId="S::sheikhzain64@inf.elte.hu::076e7d7c-2bd6-4a8a-aca3-18ab280ebf42" providerId="AD" clId="Web-{513B6A27-E8A1-EE43-782D-3F4C54FD7284}"/>
    <pc:docChg chg="addSld delSld modSld">
      <pc:chgData name="Zain Sheikh" userId="S::sheikhzain64@inf.elte.hu::076e7d7c-2bd6-4a8a-aca3-18ab280ebf42" providerId="AD" clId="Web-{513B6A27-E8A1-EE43-782D-3F4C54FD7284}" dt="2024-08-26T15:54:55.161" v="1259"/>
      <pc:docMkLst>
        <pc:docMk/>
      </pc:docMkLst>
      <pc:sldChg chg="del">
        <pc:chgData name="Zain Sheikh" userId="S::sheikhzain64@inf.elte.hu::076e7d7c-2bd6-4a8a-aca3-18ab280ebf42" providerId="AD" clId="Web-{513B6A27-E8A1-EE43-782D-3F4C54FD7284}" dt="2024-08-26T11:25:46.453" v="0"/>
        <pc:sldMkLst>
          <pc:docMk/>
          <pc:sldMk cId="4266748471" sldId="256"/>
        </pc:sldMkLst>
      </pc:sldChg>
      <pc:sldChg chg="modSp">
        <pc:chgData name="Zain Sheikh" userId="S::sheikhzain64@inf.elte.hu::076e7d7c-2bd6-4a8a-aca3-18ab280ebf42" providerId="AD" clId="Web-{513B6A27-E8A1-EE43-782D-3F4C54FD7284}" dt="2024-08-26T13:34:38.159" v="860" actId="20577"/>
        <pc:sldMkLst>
          <pc:docMk/>
          <pc:sldMk cId="1758270771" sldId="257"/>
        </pc:sldMkLst>
        <pc:spChg chg="mod">
          <ac:chgData name="Zain Sheikh" userId="S::sheikhzain64@inf.elte.hu::076e7d7c-2bd6-4a8a-aca3-18ab280ebf42" providerId="AD" clId="Web-{513B6A27-E8A1-EE43-782D-3F4C54FD7284}" dt="2024-08-26T11:26:03.016" v="19" actId="14100"/>
          <ac:spMkLst>
            <pc:docMk/>
            <pc:sldMk cId="1758270771" sldId="257"/>
            <ac:spMk id="7" creationId="{00000000-0000-0000-0000-000000000000}"/>
          </ac:spMkLst>
        </pc:spChg>
        <pc:spChg chg="mod">
          <ac:chgData name="Zain Sheikh" userId="S::sheikhzain64@inf.elte.hu::076e7d7c-2bd6-4a8a-aca3-18ab280ebf42" providerId="AD" clId="Web-{513B6A27-E8A1-EE43-782D-3F4C54FD7284}" dt="2024-08-26T13:34:38.159" v="860" actId="20577"/>
          <ac:spMkLst>
            <pc:docMk/>
            <pc:sldMk cId="1758270771" sldId="257"/>
            <ac:spMk id="17" creationId="{00000000-0000-0000-0000-000000000000}"/>
          </ac:spMkLst>
        </pc:spChg>
      </pc:sldChg>
      <pc:sldChg chg="addSp delSp modSp new">
        <pc:chgData name="Zain Sheikh" userId="S::sheikhzain64@inf.elte.hu::076e7d7c-2bd6-4a8a-aca3-18ab280ebf42" providerId="AD" clId="Web-{513B6A27-E8A1-EE43-782D-3F4C54FD7284}" dt="2024-08-26T11:45:54.559" v="210" actId="20577"/>
        <pc:sldMkLst>
          <pc:docMk/>
          <pc:sldMk cId="1430584706" sldId="258"/>
        </pc:sldMkLst>
        <pc:spChg chg="del">
          <ac:chgData name="Zain Sheikh" userId="S::sheikhzain64@inf.elte.hu::076e7d7c-2bd6-4a8a-aca3-18ab280ebf42" providerId="AD" clId="Web-{513B6A27-E8A1-EE43-782D-3F4C54FD7284}" dt="2024-08-26T11:26:47.392" v="21"/>
          <ac:spMkLst>
            <pc:docMk/>
            <pc:sldMk cId="1430584706" sldId="258"/>
            <ac:spMk id="2" creationId="{88FB0CE7-3D79-5CDD-6122-666CC70AEF49}"/>
          </ac:spMkLst>
        </pc:spChg>
        <pc:spChg chg="mod">
          <ac:chgData name="Zain Sheikh" userId="S::sheikhzain64@inf.elte.hu::076e7d7c-2bd6-4a8a-aca3-18ab280ebf42" providerId="AD" clId="Web-{513B6A27-E8A1-EE43-782D-3F4C54FD7284}" dt="2024-08-26T11:45:54.559" v="210" actId="20577"/>
          <ac:spMkLst>
            <pc:docMk/>
            <pc:sldMk cId="1430584706" sldId="258"/>
            <ac:spMk id="3" creationId="{B8D74082-A179-6795-F022-FDD6912D1CE8}"/>
          </ac:spMkLst>
        </pc:spChg>
        <pc:picChg chg="add mod">
          <ac:chgData name="Zain Sheikh" userId="S::sheikhzain64@inf.elte.hu::076e7d7c-2bd6-4a8a-aca3-18ab280ebf42" providerId="AD" clId="Web-{513B6A27-E8A1-EE43-782D-3F4C54FD7284}" dt="2024-08-26T11:31:43.809" v="50" actId="14100"/>
          <ac:picMkLst>
            <pc:docMk/>
            <pc:sldMk cId="1430584706" sldId="258"/>
            <ac:picMk id="4" creationId="{891A2C5F-3C8F-1649-0ED8-E570A1E34207}"/>
          </ac:picMkLst>
        </pc:picChg>
      </pc:sldChg>
      <pc:sldChg chg="delSp modSp new">
        <pc:chgData name="Zain Sheikh" userId="S::sheikhzain64@inf.elte.hu::076e7d7c-2bd6-4a8a-aca3-18ab280ebf42" providerId="AD" clId="Web-{513B6A27-E8A1-EE43-782D-3F4C54FD7284}" dt="2024-08-26T12:10:48.004" v="362" actId="1076"/>
        <pc:sldMkLst>
          <pc:docMk/>
          <pc:sldMk cId="2437637688" sldId="259"/>
        </pc:sldMkLst>
        <pc:spChg chg="del">
          <ac:chgData name="Zain Sheikh" userId="S::sheikhzain64@inf.elte.hu::076e7d7c-2bd6-4a8a-aca3-18ab280ebf42" providerId="AD" clId="Web-{513B6A27-E8A1-EE43-782D-3F4C54FD7284}" dt="2024-08-26T11:37:59.839" v="78"/>
          <ac:spMkLst>
            <pc:docMk/>
            <pc:sldMk cId="2437637688" sldId="259"/>
            <ac:spMk id="2" creationId="{4D3E37DE-5CAE-DE3D-D623-FBF7B22F1434}"/>
          </ac:spMkLst>
        </pc:spChg>
        <pc:spChg chg="mod">
          <ac:chgData name="Zain Sheikh" userId="S::sheikhzain64@inf.elte.hu::076e7d7c-2bd6-4a8a-aca3-18ab280ebf42" providerId="AD" clId="Web-{513B6A27-E8A1-EE43-782D-3F4C54FD7284}" dt="2024-08-26T12:10:48.004" v="362" actId="1076"/>
          <ac:spMkLst>
            <pc:docMk/>
            <pc:sldMk cId="2437637688" sldId="259"/>
            <ac:spMk id="3" creationId="{A48FAB57-E185-6464-6FD7-34ECBF8C38B0}"/>
          </ac:spMkLst>
        </pc:spChg>
      </pc:sldChg>
      <pc:sldChg chg="addSp delSp modSp new">
        <pc:chgData name="Zain Sheikh" userId="S::sheikhzain64@inf.elte.hu::076e7d7c-2bd6-4a8a-aca3-18ab280ebf42" providerId="AD" clId="Web-{513B6A27-E8A1-EE43-782D-3F4C54FD7284}" dt="2024-08-26T12:11:38.490" v="366" actId="14100"/>
        <pc:sldMkLst>
          <pc:docMk/>
          <pc:sldMk cId="1139633629" sldId="260"/>
        </pc:sldMkLst>
        <pc:spChg chg="del">
          <ac:chgData name="Zain Sheikh" userId="S::sheikhzain64@inf.elte.hu::076e7d7c-2bd6-4a8a-aca3-18ab280ebf42" providerId="AD" clId="Web-{513B6A27-E8A1-EE43-782D-3F4C54FD7284}" dt="2024-08-26T11:48:14.033" v="212"/>
          <ac:spMkLst>
            <pc:docMk/>
            <pc:sldMk cId="1139633629" sldId="260"/>
            <ac:spMk id="2" creationId="{7928C9D1-9283-BF3B-6BC8-3BEBD209D217}"/>
          </ac:spMkLst>
        </pc:spChg>
        <pc:spChg chg="mod">
          <ac:chgData name="Zain Sheikh" userId="S::sheikhzain64@inf.elte.hu::076e7d7c-2bd6-4a8a-aca3-18ab280ebf42" providerId="AD" clId="Web-{513B6A27-E8A1-EE43-782D-3F4C54FD7284}" dt="2024-08-26T12:06:26.432" v="322" actId="20577"/>
          <ac:spMkLst>
            <pc:docMk/>
            <pc:sldMk cId="1139633629" sldId="260"/>
            <ac:spMk id="3" creationId="{10A1D9FC-BEB6-5DBE-F263-A5437C158280}"/>
          </ac:spMkLst>
        </pc:spChg>
        <pc:picChg chg="add mod">
          <ac:chgData name="Zain Sheikh" userId="S::sheikhzain64@inf.elte.hu::076e7d7c-2bd6-4a8a-aca3-18ab280ebf42" providerId="AD" clId="Web-{513B6A27-E8A1-EE43-782D-3F4C54FD7284}" dt="2024-08-26T12:11:30.396" v="363" actId="14100"/>
          <ac:picMkLst>
            <pc:docMk/>
            <pc:sldMk cId="1139633629" sldId="260"/>
            <ac:picMk id="4" creationId="{97E94191-6C65-373D-89EA-0BF1F88A9CEC}"/>
          </ac:picMkLst>
        </pc:picChg>
        <pc:picChg chg="add mod">
          <ac:chgData name="Zain Sheikh" userId="S::sheikhzain64@inf.elte.hu::076e7d7c-2bd6-4a8a-aca3-18ab280ebf42" providerId="AD" clId="Web-{513B6A27-E8A1-EE43-782D-3F4C54FD7284}" dt="2024-08-26T12:11:38.490" v="366" actId="14100"/>
          <ac:picMkLst>
            <pc:docMk/>
            <pc:sldMk cId="1139633629" sldId="260"/>
            <ac:picMk id="5" creationId="{68FDF231-B5C9-06C3-0382-CA418F33FC93}"/>
          </ac:picMkLst>
        </pc:picChg>
      </pc:sldChg>
      <pc:sldChg chg="delSp modSp new del">
        <pc:chgData name="Zain Sheikh" userId="S::sheikhzain64@inf.elte.hu::076e7d7c-2bd6-4a8a-aca3-18ab280ebf42" providerId="AD" clId="Web-{513B6A27-E8A1-EE43-782D-3F4C54FD7284}" dt="2024-08-26T11:41:51.660" v="145"/>
        <pc:sldMkLst>
          <pc:docMk/>
          <pc:sldMk cId="3302272713" sldId="260"/>
        </pc:sldMkLst>
        <pc:spChg chg="del">
          <ac:chgData name="Zain Sheikh" userId="S::sheikhzain64@inf.elte.hu::076e7d7c-2bd6-4a8a-aca3-18ab280ebf42" providerId="AD" clId="Web-{513B6A27-E8A1-EE43-782D-3F4C54FD7284}" dt="2024-08-26T11:41:06.345" v="124"/>
          <ac:spMkLst>
            <pc:docMk/>
            <pc:sldMk cId="3302272713" sldId="260"/>
            <ac:spMk id="2" creationId="{90B4CF1E-47EA-0F15-A215-6B493F21E64B}"/>
          </ac:spMkLst>
        </pc:spChg>
        <pc:spChg chg="mod">
          <ac:chgData name="Zain Sheikh" userId="S::sheikhzain64@inf.elte.hu::076e7d7c-2bd6-4a8a-aca3-18ab280ebf42" providerId="AD" clId="Web-{513B6A27-E8A1-EE43-782D-3F4C54FD7284}" dt="2024-08-26T11:41:48.066" v="144" actId="20577"/>
          <ac:spMkLst>
            <pc:docMk/>
            <pc:sldMk cId="3302272713" sldId="260"/>
            <ac:spMk id="3" creationId="{D5529EBD-DF91-B46C-C469-FC91B5B87F55}"/>
          </ac:spMkLst>
        </pc:spChg>
      </pc:sldChg>
      <pc:sldChg chg="delSp modSp new">
        <pc:chgData name="Zain Sheikh" userId="S::sheikhzain64@inf.elte.hu::076e7d7c-2bd6-4a8a-aca3-18ab280ebf42" providerId="AD" clId="Web-{513B6A27-E8A1-EE43-782D-3F4C54FD7284}" dt="2024-08-26T12:26:44.679" v="419" actId="20577"/>
        <pc:sldMkLst>
          <pc:docMk/>
          <pc:sldMk cId="2146995298" sldId="261"/>
        </pc:sldMkLst>
        <pc:spChg chg="del">
          <ac:chgData name="Zain Sheikh" userId="S::sheikhzain64@inf.elte.hu::076e7d7c-2bd6-4a8a-aca3-18ab280ebf42" providerId="AD" clId="Web-{513B6A27-E8A1-EE43-782D-3F4C54FD7284}" dt="2024-08-26T11:57:47.413" v="261"/>
          <ac:spMkLst>
            <pc:docMk/>
            <pc:sldMk cId="2146995298" sldId="261"/>
            <ac:spMk id="2" creationId="{669F740A-04BD-415C-5A56-69FC7EEEEEE5}"/>
          </ac:spMkLst>
        </pc:spChg>
        <pc:spChg chg="mod">
          <ac:chgData name="Zain Sheikh" userId="S::sheikhzain64@inf.elte.hu::076e7d7c-2bd6-4a8a-aca3-18ab280ebf42" providerId="AD" clId="Web-{513B6A27-E8A1-EE43-782D-3F4C54FD7284}" dt="2024-08-26T12:26:44.679" v="419" actId="20577"/>
          <ac:spMkLst>
            <pc:docMk/>
            <pc:sldMk cId="2146995298" sldId="261"/>
            <ac:spMk id="3" creationId="{564256E4-75EB-0CDE-60E4-10D6B07405E6}"/>
          </ac:spMkLst>
        </pc:spChg>
      </pc:sldChg>
      <pc:sldChg chg="addSp delSp modSp new">
        <pc:chgData name="Zain Sheikh" userId="S::sheikhzain64@inf.elte.hu::076e7d7c-2bd6-4a8a-aca3-18ab280ebf42" providerId="AD" clId="Web-{513B6A27-E8A1-EE43-782D-3F4C54FD7284}" dt="2024-08-26T12:31:44.377" v="470" actId="20577"/>
        <pc:sldMkLst>
          <pc:docMk/>
          <pc:sldMk cId="1087035833" sldId="262"/>
        </pc:sldMkLst>
        <pc:spChg chg="del">
          <ac:chgData name="Zain Sheikh" userId="S::sheikhzain64@inf.elte.hu::076e7d7c-2bd6-4a8a-aca3-18ab280ebf42" providerId="AD" clId="Web-{513B6A27-E8A1-EE43-782D-3F4C54FD7284}" dt="2024-08-26T12:12:41.273" v="368"/>
          <ac:spMkLst>
            <pc:docMk/>
            <pc:sldMk cId="1087035833" sldId="262"/>
            <ac:spMk id="2" creationId="{4B49C90F-8B23-F5C4-EEC2-2C15BCF252D7}"/>
          </ac:spMkLst>
        </pc:spChg>
        <pc:spChg chg="mod">
          <ac:chgData name="Zain Sheikh" userId="S::sheikhzain64@inf.elte.hu::076e7d7c-2bd6-4a8a-aca3-18ab280ebf42" providerId="AD" clId="Web-{513B6A27-E8A1-EE43-782D-3F4C54FD7284}" dt="2024-08-26T12:31:44.377" v="470" actId="20577"/>
          <ac:spMkLst>
            <pc:docMk/>
            <pc:sldMk cId="1087035833" sldId="262"/>
            <ac:spMk id="3" creationId="{EB7E4873-E477-A270-C9F4-8C5C9E640B24}"/>
          </ac:spMkLst>
        </pc:spChg>
        <pc:picChg chg="add mod">
          <ac:chgData name="Zain Sheikh" userId="S::sheikhzain64@inf.elte.hu::076e7d7c-2bd6-4a8a-aca3-18ab280ebf42" providerId="AD" clId="Web-{513B6A27-E8A1-EE43-782D-3F4C54FD7284}" dt="2024-08-26T12:16:29.016" v="404" actId="14100"/>
          <ac:picMkLst>
            <pc:docMk/>
            <pc:sldMk cId="1087035833" sldId="262"/>
            <ac:picMk id="4" creationId="{E2A19939-06BB-A761-B3C7-A7EC8BC81715}"/>
          </ac:picMkLst>
        </pc:picChg>
      </pc:sldChg>
      <pc:sldChg chg="delSp modSp new">
        <pc:chgData name="Zain Sheikh" userId="S::sheikhzain64@inf.elte.hu::076e7d7c-2bd6-4a8a-aca3-18ab280ebf42" providerId="AD" clId="Web-{513B6A27-E8A1-EE43-782D-3F4C54FD7284}" dt="2024-08-26T12:28:07.135" v="446" actId="1076"/>
        <pc:sldMkLst>
          <pc:docMk/>
          <pc:sldMk cId="393692999" sldId="263"/>
        </pc:sldMkLst>
        <pc:spChg chg="del">
          <ac:chgData name="Zain Sheikh" userId="S::sheikhzain64@inf.elte.hu::076e7d7c-2bd6-4a8a-aca3-18ab280ebf42" providerId="AD" clId="Web-{513B6A27-E8A1-EE43-782D-3F4C54FD7284}" dt="2024-08-26T12:26:18.350" v="411"/>
          <ac:spMkLst>
            <pc:docMk/>
            <pc:sldMk cId="393692999" sldId="263"/>
            <ac:spMk id="2" creationId="{332C08DE-8C81-4C27-674B-A934450C3AD6}"/>
          </ac:spMkLst>
        </pc:spChg>
        <pc:spChg chg="mod">
          <ac:chgData name="Zain Sheikh" userId="S::sheikhzain64@inf.elte.hu::076e7d7c-2bd6-4a8a-aca3-18ab280ebf42" providerId="AD" clId="Web-{513B6A27-E8A1-EE43-782D-3F4C54FD7284}" dt="2024-08-26T12:28:07.135" v="446" actId="1076"/>
          <ac:spMkLst>
            <pc:docMk/>
            <pc:sldMk cId="393692999" sldId="263"/>
            <ac:spMk id="3" creationId="{B605A5E3-FCE4-0E28-74F3-1B06DB5667AF}"/>
          </ac:spMkLst>
        </pc:spChg>
      </pc:sldChg>
      <pc:sldChg chg="addSp delSp modSp new">
        <pc:chgData name="Zain Sheikh" userId="S::sheikhzain64@inf.elte.hu::076e7d7c-2bd6-4a8a-aca3-18ab280ebf42" providerId="AD" clId="Web-{513B6A27-E8A1-EE43-782D-3F4C54FD7284}" dt="2024-08-26T12:41:43.337" v="623" actId="20577"/>
        <pc:sldMkLst>
          <pc:docMk/>
          <pc:sldMk cId="2005193439" sldId="264"/>
        </pc:sldMkLst>
        <pc:spChg chg="del">
          <ac:chgData name="Zain Sheikh" userId="S::sheikhzain64@inf.elte.hu::076e7d7c-2bd6-4a8a-aca3-18ab280ebf42" providerId="AD" clId="Web-{513B6A27-E8A1-EE43-782D-3F4C54FD7284}" dt="2024-08-26T12:28:27.339" v="448"/>
          <ac:spMkLst>
            <pc:docMk/>
            <pc:sldMk cId="2005193439" sldId="264"/>
            <ac:spMk id="2" creationId="{7834B23D-7813-340D-B3DE-98F073D7937E}"/>
          </ac:spMkLst>
        </pc:spChg>
        <pc:spChg chg="mod">
          <ac:chgData name="Zain Sheikh" userId="S::sheikhzain64@inf.elte.hu::076e7d7c-2bd6-4a8a-aca3-18ab280ebf42" providerId="AD" clId="Web-{513B6A27-E8A1-EE43-782D-3F4C54FD7284}" dt="2024-08-26T12:41:43.337" v="623" actId="20577"/>
          <ac:spMkLst>
            <pc:docMk/>
            <pc:sldMk cId="2005193439" sldId="264"/>
            <ac:spMk id="3" creationId="{3CF8347C-679F-126F-55BD-93A9E8284BCF}"/>
          </ac:spMkLst>
        </pc:spChg>
        <pc:picChg chg="add mod">
          <ac:chgData name="Zain Sheikh" userId="S::sheikhzain64@inf.elte.hu::076e7d7c-2bd6-4a8a-aca3-18ab280ebf42" providerId="AD" clId="Web-{513B6A27-E8A1-EE43-782D-3F4C54FD7284}" dt="2024-08-26T12:38:07.235" v="588" actId="1076"/>
          <ac:picMkLst>
            <pc:docMk/>
            <pc:sldMk cId="2005193439" sldId="264"/>
            <ac:picMk id="4" creationId="{4D4F3FFC-ADEB-14C5-B8E1-69877EA8330E}"/>
          </ac:picMkLst>
        </pc:picChg>
      </pc:sldChg>
      <pc:sldChg chg="addSp delSp modSp new">
        <pc:chgData name="Zain Sheikh" userId="S::sheikhzain64@inf.elte.hu::076e7d7c-2bd6-4a8a-aca3-18ab280ebf42" providerId="AD" clId="Web-{513B6A27-E8A1-EE43-782D-3F4C54FD7284}" dt="2024-08-26T13:47:15.401" v="963" actId="1076"/>
        <pc:sldMkLst>
          <pc:docMk/>
          <pc:sldMk cId="432135779" sldId="265"/>
        </pc:sldMkLst>
        <pc:spChg chg="del">
          <ac:chgData name="Zain Sheikh" userId="S::sheikhzain64@inf.elte.hu::076e7d7c-2bd6-4a8a-aca3-18ab280ebf42" providerId="AD" clId="Web-{513B6A27-E8A1-EE43-782D-3F4C54FD7284}" dt="2024-08-26T12:43:44.044" v="644"/>
          <ac:spMkLst>
            <pc:docMk/>
            <pc:sldMk cId="432135779" sldId="265"/>
            <ac:spMk id="2" creationId="{0E930EE2-419B-0AB8-F0A4-0FAFD4E8F372}"/>
          </ac:spMkLst>
        </pc:spChg>
        <pc:spChg chg="mod">
          <ac:chgData name="Zain Sheikh" userId="S::sheikhzain64@inf.elte.hu::076e7d7c-2bd6-4a8a-aca3-18ab280ebf42" providerId="AD" clId="Web-{513B6A27-E8A1-EE43-782D-3F4C54FD7284}" dt="2024-08-26T13:03:01.272" v="696" actId="20577"/>
          <ac:spMkLst>
            <pc:docMk/>
            <pc:sldMk cId="432135779" sldId="265"/>
            <ac:spMk id="3" creationId="{6C1AE021-7AAD-6BED-A662-3294B6CBC394}"/>
          </ac:spMkLst>
        </pc:spChg>
        <pc:picChg chg="add mod">
          <ac:chgData name="Zain Sheikh" userId="S::sheikhzain64@inf.elte.hu::076e7d7c-2bd6-4a8a-aca3-18ab280ebf42" providerId="AD" clId="Web-{513B6A27-E8A1-EE43-782D-3F4C54FD7284}" dt="2024-08-26T13:47:15.401" v="963" actId="1076"/>
          <ac:picMkLst>
            <pc:docMk/>
            <pc:sldMk cId="432135779" sldId="265"/>
            <ac:picMk id="2" creationId="{811EB6C3-140D-B0A7-2EAC-BC4880C79C9C}"/>
          </ac:picMkLst>
        </pc:picChg>
      </pc:sldChg>
      <pc:sldChg chg="addSp delSp modSp new">
        <pc:chgData name="Zain Sheikh" userId="S::sheikhzain64@inf.elte.hu::076e7d7c-2bd6-4a8a-aca3-18ab280ebf42" providerId="AD" clId="Web-{513B6A27-E8A1-EE43-782D-3F4C54FD7284}" dt="2024-08-26T13:25:36.995" v="819" actId="20577"/>
        <pc:sldMkLst>
          <pc:docMk/>
          <pc:sldMk cId="63964976" sldId="266"/>
        </pc:sldMkLst>
        <pc:spChg chg="del">
          <ac:chgData name="Zain Sheikh" userId="S::sheikhzain64@inf.elte.hu::076e7d7c-2bd6-4a8a-aca3-18ab280ebf42" providerId="AD" clId="Web-{513B6A27-E8A1-EE43-782D-3F4C54FD7284}" dt="2024-08-26T13:09:01.580" v="705"/>
          <ac:spMkLst>
            <pc:docMk/>
            <pc:sldMk cId="63964976" sldId="266"/>
            <ac:spMk id="2" creationId="{FBE11B8A-1127-1A8F-3BF3-BF2EC6BEF0B8}"/>
          </ac:spMkLst>
        </pc:spChg>
        <pc:spChg chg="mod">
          <ac:chgData name="Zain Sheikh" userId="S::sheikhzain64@inf.elte.hu::076e7d7c-2bd6-4a8a-aca3-18ab280ebf42" providerId="AD" clId="Web-{513B6A27-E8A1-EE43-782D-3F4C54FD7284}" dt="2024-08-26T13:25:36.995" v="819" actId="20577"/>
          <ac:spMkLst>
            <pc:docMk/>
            <pc:sldMk cId="63964976" sldId="266"/>
            <ac:spMk id="3" creationId="{E5CBD196-07AE-3233-DAF1-91B4BA2233CB}"/>
          </ac:spMkLst>
        </pc:spChg>
        <pc:picChg chg="add mod">
          <ac:chgData name="Zain Sheikh" userId="S::sheikhzain64@inf.elte.hu::076e7d7c-2bd6-4a8a-aca3-18ab280ebf42" providerId="AD" clId="Web-{513B6A27-E8A1-EE43-782D-3F4C54FD7284}" dt="2024-08-26T13:13:27.724" v="744" actId="14100"/>
          <ac:picMkLst>
            <pc:docMk/>
            <pc:sldMk cId="63964976" sldId="266"/>
            <ac:picMk id="4" creationId="{97ED0C10-B67D-B2C7-1075-2E1BEDEC5291}"/>
          </ac:picMkLst>
        </pc:picChg>
      </pc:sldChg>
      <pc:sldChg chg="addSp delSp modSp new">
        <pc:chgData name="Zain Sheikh" userId="S::sheikhzain64@inf.elte.hu::076e7d7c-2bd6-4a8a-aca3-18ab280ebf42" providerId="AD" clId="Web-{513B6A27-E8A1-EE43-782D-3F4C54FD7284}" dt="2024-08-26T13:27:23.503" v="830" actId="1076"/>
        <pc:sldMkLst>
          <pc:docMk/>
          <pc:sldMk cId="806423104" sldId="267"/>
        </pc:sldMkLst>
        <pc:spChg chg="del">
          <ac:chgData name="Zain Sheikh" userId="S::sheikhzain64@inf.elte.hu::076e7d7c-2bd6-4a8a-aca3-18ab280ebf42" providerId="AD" clId="Web-{513B6A27-E8A1-EE43-782D-3F4C54FD7284}" dt="2024-08-26T13:20:41.974" v="754"/>
          <ac:spMkLst>
            <pc:docMk/>
            <pc:sldMk cId="806423104" sldId="267"/>
            <ac:spMk id="2" creationId="{82AEDAFE-D60F-A8DD-2930-11E6D484E4A0}"/>
          </ac:spMkLst>
        </pc:spChg>
        <pc:spChg chg="mod">
          <ac:chgData name="Zain Sheikh" userId="S::sheikhzain64@inf.elte.hu::076e7d7c-2bd6-4a8a-aca3-18ab280ebf42" providerId="AD" clId="Web-{513B6A27-E8A1-EE43-782D-3F4C54FD7284}" dt="2024-08-26T13:27:23.503" v="830" actId="1076"/>
          <ac:spMkLst>
            <pc:docMk/>
            <pc:sldMk cId="806423104" sldId="267"/>
            <ac:spMk id="3" creationId="{4F6372CA-4395-A844-DD22-5FC6DB8499FD}"/>
          </ac:spMkLst>
        </pc:spChg>
        <pc:picChg chg="add mod">
          <ac:chgData name="Zain Sheikh" userId="S::sheikhzain64@inf.elte.hu::076e7d7c-2bd6-4a8a-aca3-18ab280ebf42" providerId="AD" clId="Web-{513B6A27-E8A1-EE43-782D-3F4C54FD7284}" dt="2024-08-26T13:23:13.625" v="816" actId="1076"/>
          <ac:picMkLst>
            <pc:docMk/>
            <pc:sldMk cId="806423104" sldId="267"/>
            <ac:picMk id="4" creationId="{F5BDD4D0-C8BB-90AA-A6C5-B56235BA76C2}"/>
          </ac:picMkLst>
        </pc:picChg>
      </pc:sldChg>
      <pc:sldChg chg="delSp modSp new">
        <pc:chgData name="Zain Sheikh" userId="S::sheikhzain64@inf.elte.hu::076e7d7c-2bd6-4a8a-aca3-18ab280ebf42" providerId="AD" clId="Web-{513B6A27-E8A1-EE43-782D-3F4C54FD7284}" dt="2024-08-26T13:38:43.491" v="896" actId="20577"/>
        <pc:sldMkLst>
          <pc:docMk/>
          <pc:sldMk cId="3869223914" sldId="268"/>
        </pc:sldMkLst>
        <pc:spChg chg="del">
          <ac:chgData name="Zain Sheikh" userId="S::sheikhzain64@inf.elte.hu::076e7d7c-2bd6-4a8a-aca3-18ab280ebf42" providerId="AD" clId="Web-{513B6A27-E8A1-EE43-782D-3F4C54FD7284}" dt="2024-08-26T13:34:57.223" v="862"/>
          <ac:spMkLst>
            <pc:docMk/>
            <pc:sldMk cId="3869223914" sldId="268"/>
            <ac:spMk id="2" creationId="{F8FE885D-8985-1393-9FA7-F5A654CF8B5E}"/>
          </ac:spMkLst>
        </pc:spChg>
        <pc:spChg chg="mod">
          <ac:chgData name="Zain Sheikh" userId="S::sheikhzain64@inf.elte.hu::076e7d7c-2bd6-4a8a-aca3-18ab280ebf42" providerId="AD" clId="Web-{513B6A27-E8A1-EE43-782D-3F4C54FD7284}" dt="2024-08-26T13:38:43.491" v="896" actId="20577"/>
          <ac:spMkLst>
            <pc:docMk/>
            <pc:sldMk cId="3869223914" sldId="268"/>
            <ac:spMk id="3" creationId="{25F9CE4B-7833-A26A-22C8-1A3AD621DD34}"/>
          </ac:spMkLst>
        </pc:spChg>
      </pc:sldChg>
      <pc:sldChg chg="delSp modSp new">
        <pc:chgData name="Zain Sheikh" userId="S::sheikhzain64@inf.elte.hu::076e7d7c-2bd6-4a8a-aca3-18ab280ebf42" providerId="AD" clId="Web-{513B6A27-E8A1-EE43-782D-3F4C54FD7284}" dt="2024-08-26T13:41:49.550" v="937" actId="20577"/>
        <pc:sldMkLst>
          <pc:docMk/>
          <pc:sldMk cId="4192928066" sldId="269"/>
        </pc:sldMkLst>
        <pc:spChg chg="del">
          <ac:chgData name="Zain Sheikh" userId="S::sheikhzain64@inf.elte.hu::076e7d7c-2bd6-4a8a-aca3-18ab280ebf42" providerId="AD" clId="Web-{513B6A27-E8A1-EE43-782D-3F4C54FD7284}" dt="2024-08-26T13:38:48.427" v="898"/>
          <ac:spMkLst>
            <pc:docMk/>
            <pc:sldMk cId="4192928066" sldId="269"/>
            <ac:spMk id="2" creationId="{9CF90544-DD48-FB84-81FE-E373DEAC424F}"/>
          </ac:spMkLst>
        </pc:spChg>
        <pc:spChg chg="mod">
          <ac:chgData name="Zain Sheikh" userId="S::sheikhzain64@inf.elte.hu::076e7d7c-2bd6-4a8a-aca3-18ab280ebf42" providerId="AD" clId="Web-{513B6A27-E8A1-EE43-782D-3F4C54FD7284}" dt="2024-08-26T13:41:49.550" v="937" actId="20577"/>
          <ac:spMkLst>
            <pc:docMk/>
            <pc:sldMk cId="4192928066" sldId="269"/>
            <ac:spMk id="3" creationId="{18762B60-C601-B011-C7F5-61A11827A459}"/>
          </ac:spMkLst>
        </pc:spChg>
      </pc:sldChg>
      <pc:sldChg chg="addSp delSp modSp new">
        <pc:chgData name="Zain Sheikh" userId="S::sheikhzain64@inf.elte.hu::076e7d7c-2bd6-4a8a-aca3-18ab280ebf42" providerId="AD" clId="Web-{513B6A27-E8A1-EE43-782D-3F4C54FD7284}" dt="2024-08-26T13:45:07.923" v="960" actId="1076"/>
        <pc:sldMkLst>
          <pc:docMk/>
          <pc:sldMk cId="4093061693" sldId="270"/>
        </pc:sldMkLst>
        <pc:spChg chg="mod">
          <ac:chgData name="Zain Sheikh" userId="S::sheikhzain64@inf.elte.hu::076e7d7c-2bd6-4a8a-aca3-18ab280ebf42" providerId="AD" clId="Web-{513B6A27-E8A1-EE43-782D-3F4C54FD7284}" dt="2024-08-26T13:45:04.407" v="959" actId="1076"/>
          <ac:spMkLst>
            <pc:docMk/>
            <pc:sldMk cId="4093061693" sldId="270"/>
            <ac:spMk id="2" creationId="{80E18C32-0466-635F-1116-88A3CAD96C21}"/>
          </ac:spMkLst>
        </pc:spChg>
        <pc:spChg chg="del">
          <ac:chgData name="Zain Sheikh" userId="S::sheikhzain64@inf.elte.hu::076e7d7c-2bd6-4a8a-aca3-18ab280ebf42" providerId="AD" clId="Web-{513B6A27-E8A1-EE43-782D-3F4C54FD7284}" dt="2024-08-26T13:43:35.698" v="944"/>
          <ac:spMkLst>
            <pc:docMk/>
            <pc:sldMk cId="4093061693" sldId="270"/>
            <ac:spMk id="3" creationId="{0F64C759-02BD-2930-C70E-8A4DEF06D8B4}"/>
          </ac:spMkLst>
        </pc:spChg>
        <pc:picChg chg="add mod ord">
          <ac:chgData name="Zain Sheikh" userId="S::sheikhzain64@inf.elte.hu::076e7d7c-2bd6-4a8a-aca3-18ab280ebf42" providerId="AD" clId="Web-{513B6A27-E8A1-EE43-782D-3F4C54FD7284}" dt="2024-08-26T13:45:07.923" v="960" actId="1076"/>
          <ac:picMkLst>
            <pc:docMk/>
            <pc:sldMk cId="4093061693" sldId="270"/>
            <ac:picMk id="4" creationId="{B1630732-464B-0F34-9F4F-3F546F0CE032}"/>
          </ac:picMkLst>
        </pc:picChg>
      </pc:sldChg>
      <pc:sldChg chg="addSp delSp modSp new">
        <pc:chgData name="Zain Sheikh" userId="S::sheikhzain64@inf.elte.hu::076e7d7c-2bd6-4a8a-aca3-18ab280ebf42" providerId="AD" clId="Web-{513B6A27-E8A1-EE43-782D-3F4C54FD7284}" dt="2024-08-26T13:45:16.861" v="962" actId="1076"/>
        <pc:sldMkLst>
          <pc:docMk/>
          <pc:sldMk cId="1989615092" sldId="271"/>
        </pc:sldMkLst>
        <pc:spChg chg="mod">
          <ac:chgData name="Zain Sheikh" userId="S::sheikhzain64@inf.elte.hu::076e7d7c-2bd6-4a8a-aca3-18ab280ebf42" providerId="AD" clId="Web-{513B6A27-E8A1-EE43-782D-3F4C54FD7284}" dt="2024-08-26T13:45:16.861" v="962" actId="1076"/>
          <ac:spMkLst>
            <pc:docMk/>
            <pc:sldMk cId="1989615092" sldId="271"/>
            <ac:spMk id="2" creationId="{6B9D9E36-60EF-BDC6-CE80-DC1FE5148E66}"/>
          </ac:spMkLst>
        </pc:spChg>
        <pc:spChg chg="del">
          <ac:chgData name="Zain Sheikh" userId="S::sheikhzain64@inf.elte.hu::076e7d7c-2bd6-4a8a-aca3-18ab280ebf42" providerId="AD" clId="Web-{513B6A27-E8A1-EE43-782D-3F4C54FD7284}" dt="2024-08-26T13:44:44.406" v="956"/>
          <ac:spMkLst>
            <pc:docMk/>
            <pc:sldMk cId="1989615092" sldId="271"/>
            <ac:spMk id="3" creationId="{BE5F4C3A-5726-55BD-A75F-F5E60BEE4F5A}"/>
          </ac:spMkLst>
        </pc:spChg>
        <pc:picChg chg="add mod ord">
          <ac:chgData name="Zain Sheikh" userId="S::sheikhzain64@inf.elte.hu::076e7d7c-2bd6-4a8a-aca3-18ab280ebf42" providerId="AD" clId="Web-{513B6A27-E8A1-EE43-782D-3F4C54FD7284}" dt="2024-08-26T13:45:12.846" v="961" actId="1076"/>
          <ac:picMkLst>
            <pc:docMk/>
            <pc:sldMk cId="1989615092" sldId="271"/>
            <ac:picMk id="4" creationId="{881028EA-8359-3C4F-DEE9-059433BFF498}"/>
          </ac:picMkLst>
        </pc:picChg>
      </pc:sldChg>
      <pc:sldChg chg="delSp modSp new">
        <pc:chgData name="Zain Sheikh" userId="S::sheikhzain64@inf.elte.hu::076e7d7c-2bd6-4a8a-aca3-18ab280ebf42" providerId="AD" clId="Web-{513B6A27-E8A1-EE43-782D-3F4C54FD7284}" dt="2024-08-26T15:13:38.762" v="1005" actId="14100"/>
        <pc:sldMkLst>
          <pc:docMk/>
          <pc:sldMk cId="858247436" sldId="272"/>
        </pc:sldMkLst>
        <pc:spChg chg="del mod">
          <ac:chgData name="Zain Sheikh" userId="S::sheikhzain64@inf.elte.hu::076e7d7c-2bd6-4a8a-aca3-18ab280ebf42" providerId="AD" clId="Web-{513B6A27-E8A1-EE43-782D-3F4C54FD7284}" dt="2024-08-26T13:47:43.372" v="966"/>
          <ac:spMkLst>
            <pc:docMk/>
            <pc:sldMk cId="858247436" sldId="272"/>
            <ac:spMk id="2" creationId="{00F9E7A2-ED21-E10C-5E5E-DA3701B997BB}"/>
          </ac:spMkLst>
        </pc:spChg>
        <pc:spChg chg="mod">
          <ac:chgData name="Zain Sheikh" userId="S::sheikhzain64@inf.elte.hu::076e7d7c-2bd6-4a8a-aca3-18ab280ebf42" providerId="AD" clId="Web-{513B6A27-E8A1-EE43-782D-3F4C54FD7284}" dt="2024-08-26T15:13:38.762" v="1005" actId="14100"/>
          <ac:spMkLst>
            <pc:docMk/>
            <pc:sldMk cId="858247436" sldId="272"/>
            <ac:spMk id="3" creationId="{7946D489-128B-B5E6-06E5-AFEBE5B5793A}"/>
          </ac:spMkLst>
        </pc:spChg>
      </pc:sldChg>
      <pc:sldChg chg="delSp modSp new">
        <pc:chgData name="Zain Sheikh" userId="S::sheikhzain64@inf.elte.hu::076e7d7c-2bd6-4a8a-aca3-18ab280ebf42" providerId="AD" clId="Web-{513B6A27-E8A1-EE43-782D-3F4C54FD7284}" dt="2024-08-26T15:22:08.733" v="1110" actId="20577"/>
        <pc:sldMkLst>
          <pc:docMk/>
          <pc:sldMk cId="4243100276" sldId="273"/>
        </pc:sldMkLst>
        <pc:spChg chg="del">
          <ac:chgData name="Zain Sheikh" userId="S::sheikhzain64@inf.elte.hu::076e7d7c-2bd6-4a8a-aca3-18ab280ebf42" providerId="AD" clId="Web-{513B6A27-E8A1-EE43-782D-3F4C54FD7284}" dt="2024-08-26T15:12:54.995" v="992"/>
          <ac:spMkLst>
            <pc:docMk/>
            <pc:sldMk cId="4243100276" sldId="273"/>
            <ac:spMk id="2" creationId="{E0AD921D-B3B0-D635-7DDD-AC9A346C3EA1}"/>
          </ac:spMkLst>
        </pc:spChg>
        <pc:spChg chg="mod">
          <ac:chgData name="Zain Sheikh" userId="S::sheikhzain64@inf.elte.hu::076e7d7c-2bd6-4a8a-aca3-18ab280ebf42" providerId="AD" clId="Web-{513B6A27-E8A1-EE43-782D-3F4C54FD7284}" dt="2024-08-26T15:22:08.733" v="1110" actId="20577"/>
          <ac:spMkLst>
            <pc:docMk/>
            <pc:sldMk cId="4243100276" sldId="273"/>
            <ac:spMk id="3" creationId="{E8319556-7492-ADC3-E59B-CF61CD94336C}"/>
          </ac:spMkLst>
        </pc:spChg>
      </pc:sldChg>
      <pc:sldChg chg="addSp delSp modSp new mod setBg">
        <pc:chgData name="Zain Sheikh" userId="S::sheikhzain64@inf.elte.hu::076e7d7c-2bd6-4a8a-aca3-18ab280ebf42" providerId="AD" clId="Web-{513B6A27-E8A1-EE43-782D-3F4C54FD7284}" dt="2024-08-26T15:32:28.301" v="1258" actId="1076"/>
        <pc:sldMkLst>
          <pc:docMk/>
          <pc:sldMk cId="3349143915" sldId="274"/>
        </pc:sldMkLst>
        <pc:spChg chg="del">
          <ac:chgData name="Zain Sheikh" userId="S::sheikhzain64@inf.elte.hu::076e7d7c-2bd6-4a8a-aca3-18ab280ebf42" providerId="AD" clId="Web-{513B6A27-E8A1-EE43-782D-3F4C54FD7284}" dt="2024-08-26T15:22:23.687" v="1112"/>
          <ac:spMkLst>
            <pc:docMk/>
            <pc:sldMk cId="3349143915" sldId="274"/>
            <ac:spMk id="2" creationId="{F53AE5EA-6F04-A874-7A41-310C42F3F62D}"/>
          </ac:spMkLst>
        </pc:spChg>
        <pc:spChg chg="mod ord">
          <ac:chgData name="Zain Sheikh" userId="S::sheikhzain64@inf.elte.hu::076e7d7c-2bd6-4a8a-aca3-18ab280ebf42" providerId="AD" clId="Web-{513B6A27-E8A1-EE43-782D-3F4C54FD7284}" dt="2024-08-26T15:27:32.166" v="1209" actId="20577"/>
          <ac:spMkLst>
            <pc:docMk/>
            <pc:sldMk cId="3349143915" sldId="274"/>
            <ac:spMk id="3" creationId="{0BBE931F-DE63-DBB2-1EF2-034293E36EA0}"/>
          </ac:spMkLst>
        </pc:spChg>
        <pc:spChg chg="add mod">
          <ac:chgData name="Zain Sheikh" userId="S::sheikhzain64@inf.elte.hu::076e7d7c-2bd6-4a8a-aca3-18ab280ebf42" providerId="AD" clId="Web-{513B6A27-E8A1-EE43-782D-3F4C54FD7284}" dt="2024-08-26T15:26:37.461" v="1192" actId="1076"/>
          <ac:spMkLst>
            <pc:docMk/>
            <pc:sldMk cId="3349143915" sldId="274"/>
            <ac:spMk id="7" creationId="{F9E1EE05-9096-84CC-7184-2BFA45F3268D}"/>
          </ac:spMkLst>
        </pc:spChg>
        <pc:spChg chg="add del">
          <ac:chgData name="Zain Sheikh" userId="S::sheikhzain64@inf.elte.hu::076e7d7c-2bd6-4a8a-aca3-18ab280ebf42" providerId="AD" clId="Web-{513B6A27-E8A1-EE43-782D-3F4C54FD7284}" dt="2024-08-26T15:25:04.333" v="1161"/>
          <ac:spMkLst>
            <pc:docMk/>
            <pc:sldMk cId="3349143915" sldId="274"/>
            <ac:spMk id="9" creationId="{7982231A-052F-9E10-542E-530A91F6CBDA}"/>
          </ac:spMkLst>
        </pc:spChg>
        <pc:spChg chg="add del">
          <ac:chgData name="Zain Sheikh" userId="S::sheikhzain64@inf.elte.hu::076e7d7c-2bd6-4a8a-aca3-18ab280ebf42" providerId="AD" clId="Web-{513B6A27-E8A1-EE43-782D-3F4C54FD7284}" dt="2024-08-26T15:25:24.740" v="1165"/>
          <ac:spMkLst>
            <pc:docMk/>
            <pc:sldMk cId="3349143915" sldId="274"/>
            <ac:spMk id="15" creationId="{1022CA72-2A63-428F-B586-37BA5AB6D265}"/>
          </ac:spMkLst>
        </pc:spChg>
        <pc:spChg chg="add del">
          <ac:chgData name="Zain Sheikh" userId="S::sheikhzain64@inf.elte.hu::076e7d7c-2bd6-4a8a-aca3-18ab280ebf42" providerId="AD" clId="Web-{513B6A27-E8A1-EE43-782D-3F4C54FD7284}" dt="2024-08-26T15:25:24.740" v="1165"/>
          <ac:spMkLst>
            <pc:docMk/>
            <pc:sldMk cId="3349143915" sldId="274"/>
            <ac:spMk id="17" creationId="{95C8260E-968F-44E8-A823-ABB431311926}"/>
          </ac:spMkLst>
        </pc:spChg>
        <pc:spChg chg="add del">
          <ac:chgData name="Zain Sheikh" userId="S::sheikhzain64@inf.elte.hu::076e7d7c-2bd6-4a8a-aca3-18ab280ebf42" providerId="AD" clId="Web-{513B6A27-E8A1-EE43-782D-3F4C54FD7284}" dt="2024-08-26T15:25:24.740" v="1165"/>
          <ac:spMkLst>
            <pc:docMk/>
            <pc:sldMk cId="3349143915" sldId="274"/>
            <ac:spMk id="19" creationId="{2C1BBA94-3F40-40AA-8BB9-E69E25E537C1}"/>
          </ac:spMkLst>
        </pc:spChg>
        <pc:spChg chg="add del">
          <ac:chgData name="Zain Sheikh" userId="S::sheikhzain64@inf.elte.hu::076e7d7c-2bd6-4a8a-aca3-18ab280ebf42" providerId="AD" clId="Web-{513B6A27-E8A1-EE43-782D-3F4C54FD7284}" dt="2024-08-26T15:25:24.740" v="1165"/>
          <ac:spMkLst>
            <pc:docMk/>
            <pc:sldMk cId="3349143915" sldId="274"/>
            <ac:spMk id="21" creationId="{FE43805F-24A6-46A4-B19B-54F28347355C}"/>
          </ac:spMkLst>
        </pc:spChg>
        <pc:picChg chg="add del mod">
          <ac:chgData name="Zain Sheikh" userId="S::sheikhzain64@inf.elte.hu::076e7d7c-2bd6-4a8a-aca3-18ab280ebf42" providerId="AD" clId="Web-{513B6A27-E8A1-EE43-782D-3F4C54FD7284}" dt="2024-08-26T15:22:58.563" v="1132"/>
          <ac:picMkLst>
            <pc:docMk/>
            <pc:sldMk cId="3349143915" sldId="274"/>
            <ac:picMk id="4" creationId="{61E35E98-AC20-175A-C867-446BA15479E6}"/>
          </ac:picMkLst>
        </pc:picChg>
        <pc:picChg chg="add mod ord">
          <ac:chgData name="Zain Sheikh" userId="S::sheikhzain64@inf.elte.hu::076e7d7c-2bd6-4a8a-aca3-18ab280ebf42" providerId="AD" clId="Web-{513B6A27-E8A1-EE43-782D-3F4C54FD7284}" dt="2024-08-26T15:32:28.301" v="1258" actId="1076"/>
          <ac:picMkLst>
            <pc:docMk/>
            <pc:sldMk cId="3349143915" sldId="274"/>
            <ac:picMk id="5" creationId="{CF0DB2EC-EE61-5809-7738-38A88C15EB4A}"/>
          </ac:picMkLst>
        </pc:picChg>
        <pc:picChg chg="add mod">
          <ac:chgData name="Zain Sheikh" userId="S::sheikhzain64@inf.elte.hu::076e7d7c-2bd6-4a8a-aca3-18ab280ebf42" providerId="AD" clId="Web-{513B6A27-E8A1-EE43-782D-3F4C54FD7284}" dt="2024-08-26T15:27:43.557" v="1211" actId="1076"/>
          <ac:picMkLst>
            <pc:docMk/>
            <pc:sldMk cId="3349143915" sldId="274"/>
            <ac:picMk id="10" creationId="{395985A5-6673-9278-B65D-6767D5ABC9BD}"/>
          </ac:picMkLst>
        </pc:picChg>
        <pc:picChg chg="add del mod">
          <ac:chgData name="Zain Sheikh" userId="S::sheikhzain64@inf.elte.hu::076e7d7c-2bd6-4a8a-aca3-18ab280ebf42" providerId="AD" clId="Web-{513B6A27-E8A1-EE43-782D-3F4C54FD7284}" dt="2024-08-26T15:32:06.519" v="1253"/>
          <ac:picMkLst>
            <pc:docMk/>
            <pc:sldMk cId="3349143915" sldId="274"/>
            <ac:picMk id="11" creationId="{B295D1E1-B561-1A65-C677-38D489AA0F6C}"/>
          </ac:picMkLst>
        </pc:picChg>
        <pc:picChg chg="add mod">
          <ac:chgData name="Zain Sheikh" userId="S::sheikhzain64@inf.elte.hu::076e7d7c-2bd6-4a8a-aca3-18ab280ebf42" providerId="AD" clId="Web-{513B6A27-E8A1-EE43-782D-3F4C54FD7284}" dt="2024-08-26T15:32:25.223" v="1257" actId="1076"/>
          <ac:picMkLst>
            <pc:docMk/>
            <pc:sldMk cId="3349143915" sldId="274"/>
            <ac:picMk id="12" creationId="{9D3972F1-8DC5-725B-6538-7634AFFFBB32}"/>
          </ac:picMkLst>
        </pc:picChg>
      </pc:sldChg>
      <pc:sldChg chg="addSp delSp modSp new">
        <pc:chgData name="Zain Sheikh" userId="S::sheikhzain64@inf.elte.hu::076e7d7c-2bd6-4a8a-aca3-18ab280ebf42" providerId="AD" clId="Web-{513B6A27-E8A1-EE43-782D-3F4C54FD7284}" dt="2024-08-26T15:31:40.800" v="1252"/>
        <pc:sldMkLst>
          <pc:docMk/>
          <pc:sldMk cId="201112252" sldId="275"/>
        </pc:sldMkLst>
        <pc:spChg chg="del">
          <ac:chgData name="Zain Sheikh" userId="S::sheikhzain64@inf.elte.hu::076e7d7c-2bd6-4a8a-aca3-18ab280ebf42" providerId="AD" clId="Web-{513B6A27-E8A1-EE43-782D-3F4C54FD7284}" dt="2024-08-26T15:28:17.527" v="1213"/>
          <ac:spMkLst>
            <pc:docMk/>
            <pc:sldMk cId="201112252" sldId="275"/>
            <ac:spMk id="2" creationId="{BF1C62FA-AFAC-48F1-E928-6E7180B8AF9A}"/>
          </ac:spMkLst>
        </pc:spChg>
        <pc:spChg chg="add del mod">
          <ac:chgData name="Zain Sheikh" userId="S::sheikhzain64@inf.elte.hu::076e7d7c-2bd6-4a8a-aca3-18ab280ebf42" providerId="AD" clId="Web-{513B6A27-E8A1-EE43-782D-3F4C54FD7284}" dt="2024-08-26T15:29:43.718" v="1250" actId="20577"/>
          <ac:spMkLst>
            <pc:docMk/>
            <pc:sldMk cId="201112252" sldId="275"/>
            <ac:spMk id="3" creationId="{298EC83E-C14E-11AE-683B-B67929D64CFC}"/>
          </ac:spMkLst>
        </pc:spChg>
        <pc:picChg chg="add del mod ord">
          <ac:chgData name="Zain Sheikh" userId="S::sheikhzain64@inf.elte.hu::076e7d7c-2bd6-4a8a-aca3-18ab280ebf42" providerId="AD" clId="Web-{513B6A27-E8A1-EE43-782D-3F4C54FD7284}" dt="2024-08-26T15:29:05.419" v="1220"/>
          <ac:picMkLst>
            <pc:docMk/>
            <pc:sldMk cId="201112252" sldId="275"/>
            <ac:picMk id="4" creationId="{9D2ED8D6-9353-19EE-E3AF-CF5797E9D61C}"/>
          </ac:picMkLst>
        </pc:picChg>
        <pc:picChg chg="add del mod">
          <ac:chgData name="Zain Sheikh" userId="S::sheikhzain64@inf.elte.hu::076e7d7c-2bd6-4a8a-aca3-18ab280ebf42" providerId="AD" clId="Web-{513B6A27-E8A1-EE43-782D-3F4C54FD7284}" dt="2024-08-26T15:31:39.440" v="1251"/>
          <ac:picMkLst>
            <pc:docMk/>
            <pc:sldMk cId="201112252" sldId="275"/>
            <ac:picMk id="5" creationId="{24C8F204-1E35-BE6E-F299-73839C6928BC}"/>
          </ac:picMkLst>
        </pc:picChg>
        <pc:picChg chg="add mod">
          <ac:chgData name="Zain Sheikh" userId="S::sheikhzain64@inf.elte.hu::076e7d7c-2bd6-4a8a-aca3-18ab280ebf42" providerId="AD" clId="Web-{513B6A27-E8A1-EE43-782D-3F4C54FD7284}" dt="2024-08-26T15:31:40.800" v="1252"/>
          <ac:picMkLst>
            <pc:docMk/>
            <pc:sldMk cId="201112252" sldId="275"/>
            <ac:picMk id="6" creationId="{CC94349E-5C27-833F-4059-1994C53D5601}"/>
          </ac:picMkLst>
        </pc:picChg>
      </pc:sldChg>
      <pc:sldChg chg="add">
        <pc:chgData name="Zain Sheikh" userId="S::sheikhzain64@inf.elte.hu::076e7d7c-2bd6-4a8a-aca3-18ab280ebf42" providerId="AD" clId="Web-{513B6A27-E8A1-EE43-782D-3F4C54FD7284}" dt="2024-08-26T15:54:55.161" v="1259"/>
        <pc:sldMkLst>
          <pc:docMk/>
          <pc:sldMk cId="665158625" sldId="276"/>
        </pc:sldMkLst>
      </pc:sldChg>
      <pc:sldMasterChg chg="addSldLayout">
        <pc:chgData name="Zain Sheikh" userId="S::sheikhzain64@inf.elte.hu::076e7d7c-2bd6-4a8a-aca3-18ab280ebf42" providerId="AD" clId="Web-{513B6A27-E8A1-EE43-782D-3F4C54FD7284}" dt="2024-08-26T15:54:55.161" v="1259"/>
        <pc:sldMasterMkLst>
          <pc:docMk/>
          <pc:sldMasterMk cId="798062927" sldId="2147483648"/>
        </pc:sldMasterMkLst>
        <pc:sldLayoutChg chg="add">
          <pc:chgData name="Zain Sheikh" userId="S::sheikhzain64@inf.elte.hu::076e7d7c-2bd6-4a8a-aca3-18ab280ebf42" providerId="AD" clId="Web-{513B6A27-E8A1-EE43-782D-3F4C54FD7284}" dt="2024-08-26T15:54:55.161" v="1259"/>
          <pc:sldLayoutMkLst>
            <pc:docMk/>
            <pc:sldMasterMk cId="798062927" sldId="2147483648"/>
            <pc:sldLayoutMk cId="136869717" sldId="2147483660"/>
          </pc:sldLayoutMkLst>
        </pc:sldLayoutChg>
      </pc:sldMasterChg>
    </pc:docChg>
  </pc:docChgLst>
  <pc:docChgLst>
    <pc:chgData name="Dr. Alwahab Dhulfiqar Zoltán" userId="18c5b7f9-010a-408e-b175-729c8de91ab0" providerId="ADAL" clId="{038B477A-A405-4061-B99A-15E42252DD88}"/>
    <pc:docChg chg="custSel addSld modSld sldOrd">
      <pc:chgData name="Dr. Alwahab Dhulfiqar Zoltán" userId="18c5b7f9-010a-408e-b175-729c8de91ab0" providerId="ADAL" clId="{038B477A-A405-4061-B99A-15E42252DD88}" dt="2024-08-26T16:08:24.358" v="77" actId="20577"/>
      <pc:docMkLst>
        <pc:docMk/>
      </pc:docMkLst>
      <pc:sldChg chg="modSp mod">
        <pc:chgData name="Dr. Alwahab Dhulfiqar Zoltán" userId="18c5b7f9-010a-408e-b175-729c8de91ab0" providerId="ADAL" clId="{038B477A-A405-4061-B99A-15E42252DD88}" dt="2024-08-26T16:08:24.358" v="77" actId="20577"/>
        <pc:sldMkLst>
          <pc:docMk/>
          <pc:sldMk cId="1758270771" sldId="257"/>
        </pc:sldMkLst>
        <pc:spChg chg="mod">
          <ac:chgData name="Dr. Alwahab Dhulfiqar Zoltán" userId="18c5b7f9-010a-408e-b175-729c8de91ab0" providerId="ADAL" clId="{038B477A-A405-4061-B99A-15E42252DD88}" dt="2024-08-26T16:08:24.358" v="77" actId="20577"/>
          <ac:spMkLst>
            <pc:docMk/>
            <pc:sldMk cId="1758270771" sldId="257"/>
            <ac:spMk id="17" creationId="{00000000-0000-0000-0000-000000000000}"/>
          </ac:spMkLst>
        </pc:spChg>
      </pc:sldChg>
      <pc:sldChg chg="modSp new mod ord">
        <pc:chgData name="Dr. Alwahab Dhulfiqar Zoltán" userId="18c5b7f9-010a-408e-b175-729c8de91ab0" providerId="ADAL" clId="{038B477A-A405-4061-B99A-15E42252DD88}" dt="2024-08-26T16:06:44.810" v="62" actId="5793"/>
        <pc:sldMkLst>
          <pc:docMk/>
          <pc:sldMk cId="2252775770" sldId="277"/>
        </pc:sldMkLst>
        <pc:spChg chg="mod">
          <ac:chgData name="Dr. Alwahab Dhulfiqar Zoltán" userId="18c5b7f9-010a-408e-b175-729c8de91ab0" providerId="ADAL" clId="{038B477A-A405-4061-B99A-15E42252DD88}" dt="2024-08-26T16:05:49.700" v="14" actId="20577"/>
          <ac:spMkLst>
            <pc:docMk/>
            <pc:sldMk cId="2252775770" sldId="277"/>
            <ac:spMk id="2" creationId="{ABB27ECB-7F72-8F3C-CA0B-A629495803A2}"/>
          </ac:spMkLst>
        </pc:spChg>
        <pc:spChg chg="mod">
          <ac:chgData name="Dr. Alwahab Dhulfiqar Zoltán" userId="18c5b7f9-010a-408e-b175-729c8de91ab0" providerId="ADAL" clId="{038B477A-A405-4061-B99A-15E42252DD88}" dt="2024-08-26T16:06:44.810" v="62" actId="5793"/>
          <ac:spMkLst>
            <pc:docMk/>
            <pc:sldMk cId="2252775770" sldId="277"/>
            <ac:spMk id="3" creationId="{A1E0F7D2-6256-B3F0-FE21-811E9E23DDD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Alcím mintájának szerkesztése</a:t>
            </a:r>
          </a:p>
        </p:txBody>
      </p:sp>
      <p:sp>
        <p:nvSpPr>
          <p:cNvPr id="4" name="Dátum helye 3"/>
          <p:cNvSpPr>
            <a:spLocks noGrp="1"/>
          </p:cNvSpPr>
          <p:nvPr>
            <p:ph type="dt" sz="half" idx="10"/>
          </p:nvPr>
        </p:nvSpPr>
        <p:spPr/>
        <p:txBody>
          <a:bodyPr/>
          <a:lstStyle/>
          <a:p>
            <a:fld id="{F5F1901C-D33B-4565-A7E4-5DF903098DB6}" type="datetimeFigureOut">
              <a:rPr lang="hu-HU" smtClean="0"/>
              <a:t>2024. 11. 26.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331746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Tartalom helye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F5F1901C-D33B-4565-A7E4-5DF903098DB6}" type="datetimeFigureOut">
              <a:rPr lang="hu-HU" smtClean="0"/>
              <a:t>2024. 11. 26.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3810502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u-HU"/>
              <a:t>Mintaszöveg szerkesztése</a:t>
            </a:r>
          </a:p>
        </p:txBody>
      </p:sp>
      <p:sp>
        <p:nvSpPr>
          <p:cNvPr id="4" name="Dátum helye 3"/>
          <p:cNvSpPr>
            <a:spLocks noGrp="1"/>
          </p:cNvSpPr>
          <p:nvPr>
            <p:ph type="dt" sz="half" idx="10"/>
          </p:nvPr>
        </p:nvSpPr>
        <p:spPr/>
        <p:txBody>
          <a:bodyPr/>
          <a:lstStyle/>
          <a:p>
            <a:fld id="{F5F1901C-D33B-4565-A7E4-5DF903098DB6}" type="datetimeFigureOut">
              <a:rPr lang="hu-HU" smtClean="0"/>
              <a:t>2024. 11. 26.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356358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Tartalom helye 2"/>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p:cNvSpPr>
            <a:spLocks noGrp="1"/>
          </p:cNvSpPr>
          <p:nvPr>
            <p:ph type="dt" sz="half" idx="10"/>
          </p:nvPr>
        </p:nvSpPr>
        <p:spPr/>
        <p:txBody>
          <a:bodyPr/>
          <a:lstStyle/>
          <a:p>
            <a:fld id="{F5F1901C-D33B-4565-A7E4-5DF903098DB6}" type="datetimeFigureOut">
              <a:rPr lang="hu-HU" smtClean="0"/>
              <a:t>2024. 11. 26.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324695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p:nvPr>
        </p:nvSpPr>
        <p:spPr>
          <a:xfrm>
            <a:off x="839788" y="365125"/>
            <a:ext cx="10515600" cy="1325563"/>
          </a:xfrm>
        </p:spPr>
        <p:txBody>
          <a:bodyPr/>
          <a:lstStyle/>
          <a:p>
            <a:r>
              <a:rPr lang="hu-HU"/>
              <a:t>Mintacím szerkesztése</a:t>
            </a:r>
          </a:p>
        </p:txBody>
      </p:sp>
      <p:sp>
        <p:nvSpPr>
          <p:cNvPr id="3" name="Szöveg hely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p:cNvSpPr>
            <a:spLocks noGrp="1"/>
          </p:cNvSpPr>
          <p:nvPr>
            <p:ph type="dt" sz="half" idx="10"/>
          </p:nvPr>
        </p:nvSpPr>
        <p:spPr/>
        <p:txBody>
          <a:bodyPr/>
          <a:lstStyle/>
          <a:p>
            <a:fld id="{F5F1901C-D33B-4565-A7E4-5DF903098DB6}" type="datetimeFigureOut">
              <a:rPr lang="hu-HU" smtClean="0"/>
              <a:t>2024. 11. 26.</a:t>
            </a:fld>
            <a:endParaRPr lang="hu-HU"/>
          </a:p>
        </p:txBody>
      </p:sp>
      <p:sp>
        <p:nvSpPr>
          <p:cNvPr id="8" name="Élőláb helye 7"/>
          <p:cNvSpPr>
            <a:spLocks noGrp="1"/>
          </p:cNvSpPr>
          <p:nvPr>
            <p:ph type="ftr" sz="quarter" idx="11"/>
          </p:nvPr>
        </p:nvSpPr>
        <p:spPr/>
        <p:txBody>
          <a:bodyPr/>
          <a:lstStyle/>
          <a:p>
            <a:endParaRPr lang="hu-HU"/>
          </a:p>
        </p:txBody>
      </p:sp>
      <p:sp>
        <p:nvSpPr>
          <p:cNvPr id="9" name="Dia számának helye 8"/>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342916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Dátum helye 2"/>
          <p:cNvSpPr>
            <a:spLocks noGrp="1"/>
          </p:cNvSpPr>
          <p:nvPr>
            <p:ph type="dt" sz="half" idx="10"/>
          </p:nvPr>
        </p:nvSpPr>
        <p:spPr/>
        <p:txBody>
          <a:bodyPr/>
          <a:lstStyle/>
          <a:p>
            <a:fld id="{F5F1901C-D33B-4565-A7E4-5DF903098DB6}" type="datetimeFigureOut">
              <a:rPr lang="hu-HU" smtClean="0"/>
              <a:t>2024. 11. 26.</a:t>
            </a:fld>
            <a:endParaRPr lang="hu-HU"/>
          </a:p>
        </p:txBody>
      </p:sp>
      <p:sp>
        <p:nvSpPr>
          <p:cNvPr id="4" name="Élőláb helye 3"/>
          <p:cNvSpPr>
            <a:spLocks noGrp="1"/>
          </p:cNvSpPr>
          <p:nvPr>
            <p:ph type="ftr" sz="quarter" idx="11"/>
          </p:nvPr>
        </p:nvSpPr>
        <p:spPr/>
        <p:txBody>
          <a:bodyPr/>
          <a:lstStyle/>
          <a:p>
            <a:endParaRPr lang="hu-HU"/>
          </a:p>
        </p:txBody>
      </p:sp>
      <p:sp>
        <p:nvSpPr>
          <p:cNvPr id="5" name="Dia számának helye 4"/>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3997832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p:cNvSpPr>
            <a:spLocks noGrp="1"/>
          </p:cNvSpPr>
          <p:nvPr>
            <p:ph type="dt" sz="half" idx="10"/>
          </p:nvPr>
        </p:nvSpPr>
        <p:spPr/>
        <p:txBody>
          <a:bodyPr/>
          <a:lstStyle/>
          <a:p>
            <a:fld id="{F5F1901C-D33B-4565-A7E4-5DF903098DB6}" type="datetimeFigureOut">
              <a:rPr lang="hu-HU" smtClean="0"/>
              <a:t>2024. 11. 26.</a:t>
            </a:fld>
            <a:endParaRPr lang="hu-HU"/>
          </a:p>
        </p:txBody>
      </p:sp>
      <p:sp>
        <p:nvSpPr>
          <p:cNvPr id="3" name="Élőláb helye 2"/>
          <p:cNvSpPr>
            <a:spLocks noGrp="1"/>
          </p:cNvSpPr>
          <p:nvPr>
            <p:ph type="ftr" sz="quarter" idx="11"/>
          </p:nvPr>
        </p:nvSpPr>
        <p:spPr/>
        <p:txBody>
          <a:bodyPr/>
          <a:lstStyle/>
          <a:p>
            <a:endParaRPr lang="hu-HU"/>
          </a:p>
        </p:txBody>
      </p:sp>
      <p:sp>
        <p:nvSpPr>
          <p:cNvPr id="4" name="Dia számának helye 3"/>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078127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p:cNvSpPr>
            <a:spLocks noGrp="1"/>
          </p:cNvSpPr>
          <p:nvPr>
            <p:ph type="dt" sz="half" idx="10"/>
          </p:nvPr>
        </p:nvSpPr>
        <p:spPr/>
        <p:txBody>
          <a:bodyPr/>
          <a:lstStyle/>
          <a:p>
            <a:fld id="{F5F1901C-D33B-4565-A7E4-5DF903098DB6}" type="datetimeFigureOut">
              <a:rPr lang="hu-HU" smtClean="0"/>
              <a:t>2024. 11. 26.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2903084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p:cNvSpPr>
            <a:spLocks noGrp="1"/>
          </p:cNvSpPr>
          <p:nvPr>
            <p:ph type="dt" sz="half" idx="10"/>
          </p:nvPr>
        </p:nvSpPr>
        <p:spPr/>
        <p:txBody>
          <a:bodyPr/>
          <a:lstStyle/>
          <a:p>
            <a:fld id="{F5F1901C-D33B-4565-A7E4-5DF903098DB6}" type="datetimeFigureOut">
              <a:rPr lang="hu-HU" smtClean="0"/>
              <a:t>2024. 11. 26.</a:t>
            </a:fld>
            <a:endParaRPr lang="hu-HU"/>
          </a:p>
        </p:txBody>
      </p:sp>
      <p:sp>
        <p:nvSpPr>
          <p:cNvPr id="6" name="Élőláb helye 5"/>
          <p:cNvSpPr>
            <a:spLocks noGrp="1"/>
          </p:cNvSpPr>
          <p:nvPr>
            <p:ph type="ftr" sz="quarter" idx="11"/>
          </p:nvPr>
        </p:nvSpPr>
        <p:spPr/>
        <p:txBody>
          <a:bodyPr/>
          <a:lstStyle/>
          <a:p>
            <a:endParaRPr lang="hu-HU"/>
          </a:p>
        </p:txBody>
      </p:sp>
      <p:sp>
        <p:nvSpPr>
          <p:cNvPr id="7" name="Dia számának helye 6"/>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883066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t>Mintacím szerkesztése</a:t>
            </a:r>
          </a:p>
        </p:txBody>
      </p:sp>
      <p:sp>
        <p:nvSpPr>
          <p:cNvPr id="3" name="Függőleges szöveg helye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F5F1901C-D33B-4565-A7E4-5DF903098DB6}" type="datetimeFigureOut">
              <a:rPr lang="hu-HU" smtClean="0"/>
              <a:t>2024. 11. 26.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663091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10"/>
          </p:nvPr>
        </p:nvSpPr>
        <p:spPr/>
        <p:txBody>
          <a:bodyPr/>
          <a:lstStyle/>
          <a:p>
            <a:fld id="{F5F1901C-D33B-4565-A7E4-5DF903098DB6}" type="datetimeFigureOut">
              <a:rPr lang="hu-HU" smtClean="0"/>
              <a:t>2024. 11. 26.</a:t>
            </a:fld>
            <a:endParaRPr lang="hu-HU"/>
          </a:p>
        </p:txBody>
      </p:sp>
      <p:sp>
        <p:nvSpPr>
          <p:cNvPr id="5" name="Élőláb helye 4"/>
          <p:cNvSpPr>
            <a:spLocks noGrp="1"/>
          </p:cNvSpPr>
          <p:nvPr>
            <p:ph type="ftr" sz="quarter" idx="11"/>
          </p:nvPr>
        </p:nvSpPr>
        <p:spPr/>
        <p:txBody>
          <a:bodyPr/>
          <a:lstStyle/>
          <a:p>
            <a:endParaRPr lang="hu-HU"/>
          </a:p>
        </p:txBody>
      </p:sp>
      <p:sp>
        <p:nvSpPr>
          <p:cNvPr id="6" name="Dia számának helye 5"/>
          <p:cNvSpPr>
            <a:spLocks noGrp="1"/>
          </p:cNvSpPr>
          <p:nvPr>
            <p:ph type="sldNum" sz="quarter" idx="12"/>
          </p:nvPr>
        </p:nvSpPr>
        <p:spPr/>
        <p:txBody>
          <a:bodyPr/>
          <a:lstStyle/>
          <a:p>
            <a:fld id="{E02FF2AA-B0B2-4F6D-BCD1-ED89749CA0E8}" type="slidenum">
              <a:rPr lang="hu-HU" smtClean="0"/>
              <a:t>‹#›</a:t>
            </a:fld>
            <a:endParaRPr lang="hu-HU"/>
          </a:p>
        </p:txBody>
      </p:sp>
    </p:spTree>
    <p:extLst>
      <p:ext uri="{BB962C8B-B14F-4D97-AF65-F5344CB8AC3E}">
        <p14:creationId xmlns:p14="http://schemas.microsoft.com/office/powerpoint/2010/main" val="1772255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4471C4"/>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6869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F1901C-D33B-4565-A7E4-5DF903098DB6}" type="datetimeFigureOut">
              <a:rPr lang="hu-HU" smtClean="0"/>
              <a:t>2024. 11. 26.</a:t>
            </a:fld>
            <a:endParaRPr lang="hu-HU"/>
          </a:p>
        </p:txBody>
      </p:sp>
      <p:sp>
        <p:nvSpPr>
          <p:cNvPr id="5" name="Élőláb hely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u-HU"/>
          </a:p>
        </p:txBody>
      </p:sp>
      <p:sp>
        <p:nvSpPr>
          <p:cNvPr id="6" name="Dia számának hely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2FF2AA-B0B2-4F6D-BCD1-ED89749CA0E8}" type="slidenum">
              <a:rPr lang="hu-HU" smtClean="0"/>
              <a:t>‹#›</a:t>
            </a:fld>
            <a:endParaRPr lang="hu-HU"/>
          </a:p>
        </p:txBody>
      </p:sp>
    </p:spTree>
    <p:extLst>
      <p:ext uri="{BB962C8B-B14F-4D97-AF65-F5344CB8AC3E}">
        <p14:creationId xmlns:p14="http://schemas.microsoft.com/office/powerpoint/2010/main" val="798062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ocs.python.org/3/library/unittest.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docs.pytest.org/en/stable/getting-started.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cs.python.org/3/library/doctest.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lambdatest.com/learning-hub/integration-testi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959711" y="0"/>
            <a:ext cx="1968691" cy="2145792"/>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title"/>
          </p:nvPr>
        </p:nvSpPr>
        <p:spPr>
          <a:xfrm>
            <a:off x="88709" y="182200"/>
            <a:ext cx="5136797" cy="843821"/>
          </a:xfrm>
          <a:prstGeom prst="rect">
            <a:avLst/>
          </a:prstGeom>
        </p:spPr>
        <p:txBody>
          <a:bodyPr vert="horz" wrap="square" lIns="0" tIns="12700" rIns="0" bIns="0" rtlCol="0">
            <a:spAutoFit/>
          </a:bodyPr>
          <a:lstStyle/>
          <a:p>
            <a:pPr marL="12700">
              <a:lnSpc>
                <a:spcPct val="100000"/>
              </a:lnSpc>
              <a:spcBef>
                <a:spcPts val="100"/>
              </a:spcBef>
            </a:pPr>
            <a:r>
              <a:rPr sz="5400" b="0" spc="-15">
                <a:solidFill>
                  <a:srgbClr val="000000"/>
                </a:solidFill>
                <a:latin typeface="Carlito"/>
                <a:cs typeface="Carlito"/>
              </a:rPr>
              <a:t>Lecture</a:t>
            </a:r>
            <a:r>
              <a:rPr sz="5400" b="0" spc="-55">
                <a:solidFill>
                  <a:srgbClr val="000000"/>
                </a:solidFill>
                <a:latin typeface="Carlito"/>
                <a:cs typeface="Carlito"/>
              </a:rPr>
              <a:t> </a:t>
            </a:r>
            <a:r>
              <a:rPr sz="5400" b="0">
                <a:solidFill>
                  <a:srgbClr val="000000"/>
                </a:solidFill>
                <a:latin typeface="Carlito"/>
                <a:cs typeface="Carlito"/>
              </a:rPr>
              <a:t>-</a:t>
            </a:r>
            <a:r>
              <a:rPr lang="hu-HU" sz="5400">
                <a:solidFill>
                  <a:srgbClr val="000000"/>
                </a:solidFill>
                <a:latin typeface="Carlito"/>
                <a:cs typeface="Carlito"/>
              </a:rPr>
              <a:t>Testing</a:t>
            </a:r>
            <a:endParaRPr lang="en-US" sz="5400">
              <a:latin typeface="Carlito"/>
              <a:cs typeface="Carlito"/>
            </a:endParaRPr>
          </a:p>
        </p:txBody>
      </p:sp>
      <p:sp>
        <p:nvSpPr>
          <p:cNvPr id="17" name="object 17"/>
          <p:cNvSpPr txBox="1"/>
          <p:nvPr/>
        </p:nvSpPr>
        <p:spPr>
          <a:xfrm>
            <a:off x="388787" y="1462762"/>
            <a:ext cx="9570924" cy="3972882"/>
          </a:xfrm>
          <a:prstGeom prst="rect">
            <a:avLst/>
          </a:prstGeom>
        </p:spPr>
        <p:txBody>
          <a:bodyPr vert="horz" wrap="square" lIns="0" tIns="12700" rIns="0" bIns="0" rtlCol="0" anchor="t">
            <a:spAutoFit/>
          </a:bodyPr>
          <a:lstStyle/>
          <a:p>
            <a:pPr marL="2560955">
              <a:spcBef>
                <a:spcPts val="100"/>
              </a:spcBef>
            </a:pPr>
            <a:r>
              <a:rPr lang="en-US" sz="5400" spc="-25" dirty="0">
                <a:latin typeface="Carlito"/>
                <a:cs typeface="Carlito"/>
              </a:rPr>
              <a:t>Testing </a:t>
            </a:r>
            <a:r>
              <a:rPr sz="5400" dirty="0">
                <a:latin typeface="Carlito"/>
                <a:cs typeface="Carlito"/>
              </a:rPr>
              <a:t>in</a:t>
            </a:r>
            <a:r>
              <a:rPr sz="5400" spc="-20" dirty="0">
                <a:latin typeface="Carlito"/>
                <a:cs typeface="Carlito"/>
              </a:rPr>
              <a:t> </a:t>
            </a:r>
            <a:r>
              <a:rPr sz="5400" spc="5" dirty="0">
                <a:latin typeface="Carlito"/>
                <a:cs typeface="Carlito"/>
              </a:rPr>
              <a:t>Python</a:t>
            </a:r>
            <a:endParaRPr sz="5400" dirty="0">
              <a:latin typeface="Carlito"/>
              <a:cs typeface="Carlito"/>
            </a:endParaRPr>
          </a:p>
          <a:p>
            <a:pPr marL="1804035" algn="ctr">
              <a:lnSpc>
                <a:spcPct val="100000"/>
              </a:lnSpc>
              <a:spcBef>
                <a:spcPts val="1265"/>
              </a:spcBef>
              <a:tabLst>
                <a:tab pos="6342380" algn="l"/>
              </a:tabLst>
            </a:pPr>
            <a:r>
              <a:rPr lang="en-US" sz="1600" spc="-5" dirty="0">
                <a:solidFill>
                  <a:srgbClr val="4471C4"/>
                </a:solidFill>
                <a:latin typeface="Carlito"/>
                <a:cs typeface="Carlito"/>
              </a:rPr>
              <a:t>Dr.</a:t>
            </a:r>
            <a:r>
              <a:rPr sz="1600" spc="25" dirty="0">
                <a:solidFill>
                  <a:srgbClr val="4471C4"/>
                </a:solidFill>
                <a:latin typeface="Carlito"/>
                <a:cs typeface="Carlito"/>
              </a:rPr>
              <a:t> </a:t>
            </a:r>
            <a:r>
              <a:rPr sz="1600" spc="-25" dirty="0">
                <a:solidFill>
                  <a:srgbClr val="4471C4"/>
                </a:solidFill>
                <a:latin typeface="Carlito"/>
                <a:cs typeface="Carlito"/>
              </a:rPr>
              <a:t>AALWAHAB</a:t>
            </a:r>
            <a:r>
              <a:rPr sz="1600" spc="55" dirty="0">
                <a:solidFill>
                  <a:srgbClr val="4471C4"/>
                </a:solidFill>
                <a:latin typeface="Carlito"/>
                <a:cs typeface="Carlito"/>
              </a:rPr>
              <a:t> </a:t>
            </a:r>
            <a:r>
              <a:rPr sz="1600" spc="-10" dirty="0">
                <a:solidFill>
                  <a:srgbClr val="4471C4"/>
                </a:solidFill>
                <a:latin typeface="Carlito"/>
                <a:cs typeface="Carlito"/>
              </a:rPr>
              <a:t>DHULFIQAR</a:t>
            </a:r>
            <a:r>
              <a:rPr lang="en-US" sz="1600" spc="-10" dirty="0">
                <a:solidFill>
                  <a:srgbClr val="4471C4"/>
                </a:solidFill>
                <a:latin typeface="Carlito"/>
                <a:cs typeface="Carlito"/>
              </a:rPr>
              <a:t> ZOLTAN </a:t>
            </a:r>
            <a:endParaRPr sz="1600" dirty="0">
              <a:latin typeface="Carlito"/>
              <a:cs typeface="Carlito"/>
            </a:endParaRPr>
          </a:p>
          <a:p>
            <a:pPr>
              <a:lnSpc>
                <a:spcPct val="100000"/>
              </a:lnSpc>
            </a:pPr>
            <a:endParaRPr sz="1600" dirty="0">
              <a:latin typeface="Carlito"/>
              <a:cs typeface="Carlito"/>
            </a:endParaRPr>
          </a:p>
          <a:p>
            <a:pPr>
              <a:lnSpc>
                <a:spcPct val="100000"/>
              </a:lnSpc>
            </a:pPr>
            <a:endParaRPr sz="1650" dirty="0">
              <a:latin typeface="Carlito"/>
              <a:cs typeface="Carlito"/>
            </a:endParaRPr>
          </a:p>
          <a:p>
            <a:pPr marL="12700">
              <a:lnSpc>
                <a:spcPct val="100000"/>
              </a:lnSpc>
            </a:pPr>
            <a:r>
              <a:rPr sz="2400" u="heavy" spc="-10" dirty="0">
                <a:uFill>
                  <a:solidFill>
                    <a:srgbClr val="000000"/>
                  </a:solidFill>
                </a:uFill>
                <a:latin typeface="Carlito"/>
                <a:cs typeface="Carlito"/>
              </a:rPr>
              <a:t>What you </a:t>
            </a:r>
            <a:r>
              <a:rPr sz="2400" u="heavy" dirty="0">
                <a:uFill>
                  <a:solidFill>
                    <a:srgbClr val="000000"/>
                  </a:solidFill>
                </a:uFill>
                <a:latin typeface="Carlito"/>
                <a:cs typeface="Carlito"/>
              </a:rPr>
              <a:t>will</a:t>
            </a:r>
            <a:r>
              <a:rPr sz="2400" u="heavy" spc="-25" dirty="0">
                <a:uFill>
                  <a:solidFill>
                    <a:srgbClr val="000000"/>
                  </a:solidFill>
                </a:uFill>
                <a:latin typeface="Carlito"/>
                <a:cs typeface="Carlito"/>
              </a:rPr>
              <a:t> </a:t>
            </a:r>
            <a:r>
              <a:rPr sz="2400" u="heavy" dirty="0">
                <a:uFill>
                  <a:solidFill>
                    <a:srgbClr val="000000"/>
                  </a:solidFill>
                </a:uFill>
                <a:latin typeface="Carlito"/>
                <a:cs typeface="Carlito"/>
              </a:rPr>
              <a:t>learn:</a:t>
            </a:r>
            <a:endParaRPr sz="2400" dirty="0">
              <a:latin typeface="Carlito"/>
              <a:cs typeface="Carlito"/>
            </a:endParaRPr>
          </a:p>
          <a:p>
            <a:pPr marL="355600" indent="-342900">
              <a:buFont typeface="Arial" panose="020B0604020202020204" pitchFamily="34" charset="0"/>
              <a:buChar char="•"/>
            </a:pPr>
            <a:r>
              <a:rPr lang="hu-HU" sz="2400" dirty="0">
                <a:uFill>
                  <a:solidFill>
                    <a:srgbClr val="000000"/>
                  </a:solidFill>
                </a:uFill>
                <a:latin typeface="Calibri"/>
                <a:ea typeface="Calibri"/>
                <a:cs typeface="Calibri"/>
              </a:rPr>
              <a:t>Testing</a:t>
            </a:r>
            <a:endParaRPr lang="en-US" sz="2400" dirty="0">
              <a:uFill>
                <a:solidFill>
                  <a:srgbClr val="000000"/>
                </a:solidFill>
              </a:uFill>
              <a:latin typeface="Calibri"/>
              <a:ea typeface="Calibri"/>
              <a:cs typeface="Calibri"/>
            </a:endParaRPr>
          </a:p>
          <a:p>
            <a:pPr marL="355600" indent="-342900">
              <a:buFont typeface="Arial" panose="020B0604020202020204" pitchFamily="34" charset="0"/>
              <a:buChar char="•"/>
            </a:pPr>
            <a:r>
              <a:rPr lang="hu-HU" sz="2400" dirty="0">
                <a:uFill>
                  <a:solidFill>
                    <a:srgbClr val="000000"/>
                  </a:solidFill>
                </a:uFill>
                <a:latin typeface="Calibri"/>
                <a:ea typeface="Calibri"/>
                <a:cs typeface="Calibri"/>
              </a:rPr>
              <a:t>Unit Testing</a:t>
            </a:r>
            <a:endParaRPr lang="en-US" sz="2400" dirty="0">
              <a:uFill>
                <a:solidFill>
                  <a:srgbClr val="000000"/>
                </a:solidFill>
              </a:uFill>
              <a:latin typeface="Calibri"/>
              <a:ea typeface="Calibri"/>
              <a:cs typeface="Calibri"/>
            </a:endParaRPr>
          </a:p>
          <a:p>
            <a:pPr marL="355600" indent="-342900">
              <a:buFont typeface="Arial" panose="020B0604020202020204" pitchFamily="34" charset="0"/>
              <a:buChar char="•"/>
            </a:pPr>
            <a:r>
              <a:rPr lang="hu-HU" sz="2400" dirty="0">
                <a:uFill>
                  <a:solidFill>
                    <a:srgbClr val="000000"/>
                  </a:solidFill>
                </a:uFill>
                <a:latin typeface="Calibri"/>
                <a:ea typeface="Calibri"/>
                <a:cs typeface="Calibri"/>
              </a:rPr>
              <a:t>Integration Testing</a:t>
            </a:r>
          </a:p>
          <a:p>
            <a:pPr marL="355600" indent="-342900">
              <a:buFont typeface="Arial" panose="020B0604020202020204" pitchFamily="34" charset="0"/>
              <a:buChar char="•"/>
            </a:pPr>
            <a:r>
              <a:rPr lang="hu-HU" sz="2400" dirty="0">
                <a:uFill>
                  <a:solidFill>
                    <a:srgbClr val="000000"/>
                  </a:solidFill>
                </a:uFill>
                <a:latin typeface="Calibri"/>
                <a:ea typeface="Calibri"/>
                <a:cs typeface="Calibri"/>
              </a:rPr>
              <a:t>System Testing</a:t>
            </a:r>
          </a:p>
          <a:p>
            <a:pPr marL="355600" indent="-342900">
              <a:buFont typeface="Arial" panose="020B0604020202020204" pitchFamily="34" charset="0"/>
              <a:buChar char="•"/>
            </a:pPr>
            <a:r>
              <a:rPr lang="hu-HU" sz="2400" dirty="0">
                <a:uFill>
                  <a:solidFill>
                    <a:srgbClr val="000000"/>
                  </a:solidFill>
                </a:uFill>
                <a:latin typeface="Calibri"/>
                <a:ea typeface="Calibri"/>
                <a:cs typeface="Calibri"/>
              </a:rPr>
              <a:t>Test coverage</a:t>
            </a:r>
          </a:p>
        </p:txBody>
      </p:sp>
      <p:grpSp>
        <p:nvGrpSpPr>
          <p:cNvPr id="18" name="object 18"/>
          <p:cNvGrpSpPr/>
          <p:nvPr/>
        </p:nvGrpSpPr>
        <p:grpSpPr>
          <a:xfrm>
            <a:off x="6354097" y="3449203"/>
            <a:ext cx="6628130" cy="2146300"/>
            <a:chOff x="5564123" y="4546091"/>
            <a:chExt cx="6628130" cy="2146300"/>
          </a:xfrm>
        </p:grpSpPr>
        <p:sp>
          <p:nvSpPr>
            <p:cNvPr id="19" name="object 19"/>
            <p:cNvSpPr/>
            <p:nvPr/>
          </p:nvSpPr>
          <p:spPr>
            <a:xfrm>
              <a:off x="5564123" y="5288279"/>
              <a:ext cx="2904744" cy="688847"/>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7917179" y="4546091"/>
              <a:ext cx="4274820" cy="2145792"/>
            </a:xfrm>
            <a:prstGeom prst="rect">
              <a:avLst/>
            </a:prstGeom>
            <a:blipFill>
              <a:blip r:embed="rId4" cstate="print"/>
              <a:stretch>
                <a:fillRect/>
              </a:stretch>
            </a:blipFill>
          </p:spPr>
          <p:txBody>
            <a:bodyPr wrap="square" lIns="0" tIns="0" rIns="0" bIns="0" rtlCol="0"/>
            <a:lstStyle/>
            <a:p>
              <a:endParaRPr/>
            </a:p>
          </p:txBody>
        </p:sp>
      </p:grpSp>
      <p:pic>
        <p:nvPicPr>
          <p:cNvPr id="3" name="Picture 2">
            <a:extLst>
              <a:ext uri="{FF2B5EF4-FFF2-40B4-BE49-F238E27FC236}">
                <a16:creationId xmlns:a16="http://schemas.microsoft.com/office/drawing/2014/main" id="{3E4FEA7F-A1F0-C25C-843D-7AAA80A0A072}"/>
              </a:ext>
            </a:extLst>
          </p:cNvPr>
          <p:cNvPicPr>
            <a:picLocks noChangeAspect="1"/>
          </p:cNvPicPr>
          <p:nvPr/>
        </p:nvPicPr>
        <p:blipFill>
          <a:blip r:embed="rId5"/>
          <a:stretch>
            <a:fillRect/>
          </a:stretch>
        </p:blipFill>
        <p:spPr>
          <a:xfrm>
            <a:off x="0" y="5831861"/>
            <a:ext cx="12192000" cy="1034656"/>
          </a:xfrm>
          <a:prstGeom prst="rect">
            <a:avLst/>
          </a:prstGeom>
        </p:spPr>
      </p:pic>
    </p:spTree>
    <p:extLst>
      <p:ext uri="{BB962C8B-B14F-4D97-AF65-F5344CB8AC3E}">
        <p14:creationId xmlns:p14="http://schemas.microsoft.com/office/powerpoint/2010/main" val="1758270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27ECB-7F72-8F3C-CA0B-A629495803A2}"/>
              </a:ext>
            </a:extLst>
          </p:cNvPr>
          <p:cNvSpPr>
            <a:spLocks noGrp="1"/>
          </p:cNvSpPr>
          <p:nvPr>
            <p:ph type="title"/>
          </p:nvPr>
        </p:nvSpPr>
        <p:spPr>
          <a:xfrm>
            <a:off x="941" y="-1763"/>
            <a:ext cx="12190118" cy="6857117"/>
          </a:xfrm>
        </p:spPr>
        <p:txBody>
          <a:bodyPr>
            <a:normAutofit fontScale="90000"/>
          </a:bodyPr>
          <a:lstStyle/>
          <a:p>
            <a:r>
              <a:rPr lang="en-US" sz="3200" dirty="0">
                <a:solidFill>
                  <a:schemeClr val="accent1"/>
                </a:solidFill>
                <a:latin typeface="Arial"/>
                <a:cs typeface="Arial"/>
              </a:rPr>
              <a:t>Why do we need testing?</a:t>
            </a:r>
            <a:br>
              <a:rPr lang="en-US" sz="2100" dirty="0">
                <a:solidFill>
                  <a:schemeClr val="accent1"/>
                </a:solidFill>
                <a:latin typeface="Arial"/>
                <a:cs typeface="Arial"/>
              </a:rPr>
            </a:br>
            <a:br>
              <a:rPr lang="en-US" sz="2100" dirty="0">
                <a:latin typeface="Arial"/>
                <a:cs typeface="Arial"/>
              </a:rPr>
            </a:br>
            <a:r>
              <a:rPr lang="en-US" sz="2100" dirty="0">
                <a:latin typeface="Arial"/>
                <a:ea typeface="+mj-lt"/>
                <a:cs typeface="+mj-lt"/>
              </a:rPr>
              <a:t>Testing is a crucial part of software development for several key reasons:</a:t>
            </a:r>
            <a:endParaRPr lang="en-US" sz="2100">
              <a:solidFill>
                <a:srgbClr val="156082"/>
              </a:solidFill>
              <a:latin typeface="Arial"/>
              <a:cs typeface="Arial"/>
            </a:endParaRPr>
          </a:p>
          <a:p>
            <a:endParaRPr lang="en-US" sz="2100" dirty="0">
              <a:latin typeface="Arial"/>
              <a:cs typeface="Arial"/>
            </a:endParaRPr>
          </a:p>
          <a:p>
            <a:r>
              <a:rPr lang="en-US" sz="2100" dirty="0">
                <a:latin typeface="Arial"/>
                <a:ea typeface="+mj-lt"/>
                <a:cs typeface="+mj-lt"/>
              </a:rPr>
              <a:t>1. </a:t>
            </a:r>
            <a:r>
              <a:rPr lang="en-US" sz="2100" b="1" dirty="0">
                <a:latin typeface="Arial"/>
                <a:ea typeface="+mj-lt"/>
                <a:cs typeface="+mj-lt"/>
              </a:rPr>
              <a:t>Ensuring Software Quality</a:t>
            </a:r>
            <a:endParaRPr lang="en-US" sz="2100" b="1">
              <a:latin typeface="Arial"/>
              <a:cs typeface="Arial"/>
            </a:endParaRPr>
          </a:p>
          <a:p>
            <a:r>
              <a:rPr lang="en-US" sz="2100" dirty="0">
                <a:latin typeface="Arial"/>
                <a:ea typeface="+mj-lt"/>
                <a:cs typeface="+mj-lt"/>
              </a:rPr>
              <a:t>Verification of Functionality: Testing ensures that the software behaves as expected according to the specified requirements. It helps confirm that each feature works correctly, delivering the functionality users need.</a:t>
            </a:r>
            <a:endParaRPr lang="en-US" sz="2100" dirty="0">
              <a:latin typeface="Arial"/>
              <a:cs typeface="Arial"/>
            </a:endParaRPr>
          </a:p>
          <a:p>
            <a:r>
              <a:rPr lang="en-US" sz="2100" dirty="0">
                <a:latin typeface="Arial"/>
                <a:ea typeface="+mj-lt"/>
                <a:cs typeface="+mj-lt"/>
              </a:rPr>
              <a:t>Validation: Testing verifies that the software meets the user's needs and expectations. It ensures that the product being developed aligns with the intended use.</a:t>
            </a:r>
            <a:br>
              <a:rPr lang="en-US" sz="2100" dirty="0">
                <a:latin typeface="Arial"/>
                <a:ea typeface="+mj-lt"/>
                <a:cs typeface="+mj-lt"/>
              </a:rPr>
            </a:br>
            <a:endParaRPr lang="en-US" sz="2100" dirty="0">
              <a:latin typeface="Arial"/>
              <a:cs typeface="Arial"/>
            </a:endParaRPr>
          </a:p>
          <a:p>
            <a:r>
              <a:rPr lang="en-US" sz="2100" dirty="0">
                <a:latin typeface="Arial"/>
                <a:ea typeface="+mj-lt"/>
                <a:cs typeface="+mj-lt"/>
              </a:rPr>
              <a:t>2. </a:t>
            </a:r>
            <a:r>
              <a:rPr lang="en-US" sz="2100" b="1" dirty="0">
                <a:latin typeface="Arial"/>
                <a:ea typeface="+mj-lt"/>
                <a:cs typeface="+mj-lt"/>
              </a:rPr>
              <a:t>Identifying and Fixing Bugs</a:t>
            </a:r>
            <a:endParaRPr lang="en-US" sz="2100" b="1">
              <a:latin typeface="Arial"/>
              <a:cs typeface="Arial"/>
            </a:endParaRPr>
          </a:p>
          <a:p>
            <a:r>
              <a:rPr lang="en-US" sz="2100" dirty="0">
                <a:latin typeface="Arial"/>
                <a:ea typeface="+mj-lt"/>
                <a:cs typeface="+mj-lt"/>
              </a:rPr>
              <a:t>Early Detection of Defects: Testing allows developers to catch bugs and issues early in the development process before they reach production, where they could cause more significant problems.</a:t>
            </a:r>
            <a:endParaRPr lang="en-US" sz="2100" dirty="0">
              <a:latin typeface="Arial"/>
              <a:cs typeface="Arial"/>
            </a:endParaRPr>
          </a:p>
          <a:p>
            <a:r>
              <a:rPr lang="en-US" sz="2100" dirty="0">
                <a:latin typeface="Arial"/>
                <a:ea typeface="+mj-lt"/>
                <a:cs typeface="+mj-lt"/>
              </a:rPr>
              <a:t>Preventing Future Issues: By fixing bugs early, testing helps prevent related issues from arising later in the development cycle or in future updates.</a:t>
            </a:r>
            <a:br>
              <a:rPr lang="en-US" sz="2100" dirty="0">
                <a:latin typeface="Arial"/>
                <a:ea typeface="+mj-lt"/>
                <a:cs typeface="+mj-lt"/>
              </a:rPr>
            </a:br>
            <a:endParaRPr lang="en-US" sz="2100" dirty="0">
              <a:latin typeface="Arial"/>
              <a:cs typeface="Arial"/>
            </a:endParaRPr>
          </a:p>
          <a:p>
            <a:r>
              <a:rPr lang="en-US" sz="2100" dirty="0">
                <a:latin typeface="Arial"/>
                <a:ea typeface="+mj-lt"/>
                <a:cs typeface="+mj-lt"/>
              </a:rPr>
              <a:t>3. </a:t>
            </a:r>
            <a:r>
              <a:rPr lang="en-US" sz="2100" b="1" dirty="0">
                <a:latin typeface="Arial"/>
                <a:ea typeface="+mj-lt"/>
                <a:cs typeface="+mj-lt"/>
              </a:rPr>
              <a:t>Improving Software Reliability and Stability</a:t>
            </a:r>
            <a:endParaRPr lang="en-US" sz="2100" b="1">
              <a:latin typeface="Arial"/>
              <a:cs typeface="Arial"/>
            </a:endParaRPr>
          </a:p>
          <a:p>
            <a:r>
              <a:rPr lang="en-US" sz="2100" dirty="0">
                <a:latin typeface="Arial"/>
                <a:ea typeface="+mj-lt"/>
                <a:cs typeface="+mj-lt"/>
              </a:rPr>
              <a:t>Reliability: Well-tested software is more reliable. It’s less likely to crash, lose data, or behave unpredictably, leading to a better user experience.</a:t>
            </a:r>
            <a:br>
              <a:rPr lang="en-US" sz="2100" dirty="0">
                <a:latin typeface="Arial"/>
                <a:cs typeface="Arial"/>
              </a:rPr>
            </a:br>
            <a:r>
              <a:rPr lang="en-US" sz="2100" dirty="0">
                <a:latin typeface="Arial"/>
                <a:ea typeface="+mj-lt"/>
                <a:cs typeface="+mj-lt"/>
              </a:rPr>
              <a:t>Stability: Regular testing, especially through practices like regression testing, ensures that new changes don’t inadvertently break existing functionality.</a:t>
            </a:r>
            <a:br>
              <a:rPr lang="en-US" sz="2100" dirty="0">
                <a:latin typeface="Arial"/>
                <a:cs typeface="Arial"/>
              </a:rPr>
            </a:br>
            <a:endParaRPr lang="en-US" sz="2100" dirty="0">
              <a:solidFill>
                <a:schemeClr val="accent1"/>
              </a:solidFill>
              <a:latin typeface="Arial"/>
              <a:cs typeface="Arial"/>
            </a:endParaRPr>
          </a:p>
        </p:txBody>
      </p:sp>
    </p:spTree>
    <p:extLst>
      <p:ext uri="{BB962C8B-B14F-4D97-AF65-F5344CB8AC3E}">
        <p14:creationId xmlns:p14="http://schemas.microsoft.com/office/powerpoint/2010/main" val="2252775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32A4F018-B0BF-515A-D0AC-A35835660938}"/>
              </a:ext>
            </a:extLst>
          </p:cNvPr>
          <p:cNvSpPr>
            <a:spLocks noGrp="1"/>
          </p:cNvSpPr>
          <p:nvPr>
            <p:ph idx="1"/>
          </p:nvPr>
        </p:nvSpPr>
        <p:spPr>
          <a:xfrm>
            <a:off x="941" y="589"/>
            <a:ext cx="12190118" cy="6853707"/>
          </a:xfrm>
        </p:spPr>
        <p:txBody>
          <a:bodyPr vert="horz" lIns="91440" tIns="45720" rIns="91440" bIns="45720" rtlCol="0" anchor="t">
            <a:normAutofit/>
          </a:bodyPr>
          <a:lstStyle/>
          <a:p>
            <a:pPr marL="0" indent="0">
              <a:buNone/>
            </a:pPr>
            <a:r>
              <a:rPr lang="hu-HU" sz="2100" b="1" dirty="0">
                <a:latin typeface="Arial"/>
                <a:ea typeface="+mn-lt"/>
                <a:cs typeface="+mn-lt"/>
              </a:rPr>
              <a:t>4. </a:t>
            </a:r>
            <a:r>
              <a:rPr lang="hu-HU" sz="2100" b="1" dirty="0" err="1">
                <a:latin typeface="Arial"/>
                <a:ea typeface="+mn-lt"/>
                <a:cs typeface="+mn-lt"/>
              </a:rPr>
              <a:t>Enhancing</a:t>
            </a:r>
            <a:r>
              <a:rPr lang="hu-HU" sz="2100" b="1" dirty="0">
                <a:latin typeface="Arial"/>
                <a:ea typeface="+mn-lt"/>
                <a:cs typeface="+mn-lt"/>
              </a:rPr>
              <a:t> </a:t>
            </a:r>
            <a:r>
              <a:rPr lang="hu-HU" sz="2100" b="1" dirty="0" err="1">
                <a:latin typeface="Arial"/>
                <a:ea typeface="+mn-lt"/>
                <a:cs typeface="+mn-lt"/>
              </a:rPr>
              <a:t>Security</a:t>
            </a:r>
            <a:endParaRPr lang="hu-HU" sz="2100" b="1" dirty="0">
              <a:latin typeface="Arial"/>
              <a:cs typeface="Arial"/>
            </a:endParaRPr>
          </a:p>
          <a:p>
            <a:pPr marL="0" indent="0">
              <a:buNone/>
            </a:pPr>
            <a:r>
              <a:rPr lang="hu-HU" sz="2100" err="1">
                <a:latin typeface="Arial"/>
                <a:ea typeface="+mn-lt"/>
                <a:cs typeface="+mn-lt"/>
              </a:rPr>
              <a:t>Identifying</a:t>
            </a:r>
            <a:r>
              <a:rPr lang="hu-HU" sz="2100" dirty="0">
                <a:latin typeface="Arial"/>
                <a:ea typeface="+mn-lt"/>
                <a:cs typeface="+mn-lt"/>
              </a:rPr>
              <a:t> </a:t>
            </a:r>
            <a:r>
              <a:rPr lang="hu-HU" sz="2100" err="1">
                <a:latin typeface="Arial"/>
                <a:ea typeface="+mn-lt"/>
                <a:cs typeface="+mn-lt"/>
              </a:rPr>
              <a:t>Vulnerabilities</a:t>
            </a:r>
            <a:r>
              <a:rPr lang="hu-HU" sz="2100" dirty="0">
                <a:latin typeface="Arial"/>
                <a:ea typeface="+mn-lt"/>
                <a:cs typeface="+mn-lt"/>
              </a:rPr>
              <a:t>: </a:t>
            </a:r>
            <a:r>
              <a:rPr lang="hu-HU" sz="2100" err="1">
                <a:latin typeface="Arial"/>
                <a:ea typeface="+mn-lt"/>
                <a:cs typeface="+mn-lt"/>
              </a:rPr>
              <a:t>Security</a:t>
            </a:r>
            <a:r>
              <a:rPr lang="hu-HU" sz="2100" dirty="0">
                <a:latin typeface="Arial"/>
                <a:ea typeface="+mn-lt"/>
                <a:cs typeface="+mn-lt"/>
              </a:rPr>
              <a:t> testing </a:t>
            </a:r>
            <a:r>
              <a:rPr lang="hu-HU" sz="2100" err="1">
                <a:latin typeface="Arial"/>
                <a:ea typeface="+mn-lt"/>
                <a:cs typeface="+mn-lt"/>
              </a:rPr>
              <a:t>identifies</a:t>
            </a:r>
            <a:r>
              <a:rPr lang="hu-HU" sz="2100" dirty="0">
                <a:latin typeface="Arial"/>
                <a:ea typeface="+mn-lt"/>
                <a:cs typeface="+mn-lt"/>
              </a:rPr>
              <a:t> </a:t>
            </a:r>
            <a:r>
              <a:rPr lang="hu-HU" sz="2100" err="1">
                <a:latin typeface="Arial"/>
                <a:ea typeface="+mn-lt"/>
                <a:cs typeface="+mn-lt"/>
              </a:rPr>
              <a:t>potential</a:t>
            </a:r>
            <a:r>
              <a:rPr lang="hu-HU" sz="2100" dirty="0">
                <a:latin typeface="Arial"/>
                <a:ea typeface="+mn-lt"/>
                <a:cs typeface="+mn-lt"/>
              </a:rPr>
              <a:t> </a:t>
            </a:r>
            <a:r>
              <a:rPr lang="hu-HU" sz="2100" err="1">
                <a:latin typeface="Arial"/>
                <a:ea typeface="+mn-lt"/>
                <a:cs typeface="+mn-lt"/>
              </a:rPr>
              <a:t>vulnerabilities</a:t>
            </a:r>
            <a:r>
              <a:rPr lang="hu-HU" sz="2100" dirty="0">
                <a:latin typeface="Arial"/>
                <a:ea typeface="+mn-lt"/>
                <a:cs typeface="+mn-lt"/>
              </a:rPr>
              <a:t> </a:t>
            </a:r>
            <a:r>
              <a:rPr lang="hu-HU" sz="2100" err="1">
                <a:latin typeface="Arial"/>
                <a:ea typeface="+mn-lt"/>
                <a:cs typeface="+mn-lt"/>
              </a:rPr>
              <a:t>that</a:t>
            </a:r>
            <a:r>
              <a:rPr lang="hu-HU" sz="2100" dirty="0">
                <a:latin typeface="Arial"/>
                <a:ea typeface="+mn-lt"/>
                <a:cs typeface="+mn-lt"/>
              </a:rPr>
              <a:t> </a:t>
            </a:r>
            <a:r>
              <a:rPr lang="hu-HU" sz="2100" err="1">
                <a:latin typeface="Arial"/>
                <a:ea typeface="+mn-lt"/>
                <a:cs typeface="+mn-lt"/>
              </a:rPr>
              <a:t>could</a:t>
            </a:r>
            <a:r>
              <a:rPr lang="hu-HU" sz="2100" dirty="0">
                <a:latin typeface="Arial"/>
                <a:ea typeface="+mn-lt"/>
                <a:cs typeface="+mn-lt"/>
              </a:rPr>
              <a:t> be </a:t>
            </a:r>
            <a:r>
              <a:rPr lang="hu-HU" sz="2100" err="1">
                <a:latin typeface="Arial"/>
                <a:ea typeface="+mn-lt"/>
                <a:cs typeface="+mn-lt"/>
              </a:rPr>
              <a:t>exploited</a:t>
            </a:r>
            <a:r>
              <a:rPr lang="hu-HU" sz="2100" dirty="0">
                <a:latin typeface="Arial"/>
                <a:ea typeface="+mn-lt"/>
                <a:cs typeface="+mn-lt"/>
              </a:rPr>
              <a:t> </a:t>
            </a:r>
            <a:r>
              <a:rPr lang="hu-HU" sz="2100" err="1">
                <a:latin typeface="Arial"/>
                <a:ea typeface="+mn-lt"/>
                <a:cs typeface="+mn-lt"/>
              </a:rPr>
              <a:t>by</a:t>
            </a:r>
            <a:r>
              <a:rPr lang="hu-HU" sz="2100" dirty="0">
                <a:latin typeface="Arial"/>
                <a:ea typeface="+mn-lt"/>
                <a:cs typeface="+mn-lt"/>
              </a:rPr>
              <a:t> </a:t>
            </a:r>
            <a:r>
              <a:rPr lang="hu-HU" sz="2100" err="1">
                <a:latin typeface="Arial"/>
                <a:ea typeface="+mn-lt"/>
                <a:cs typeface="+mn-lt"/>
              </a:rPr>
              <a:t>attackers</a:t>
            </a:r>
            <a:r>
              <a:rPr lang="hu-HU" sz="2100" dirty="0">
                <a:latin typeface="Arial"/>
                <a:ea typeface="+mn-lt"/>
                <a:cs typeface="+mn-lt"/>
              </a:rPr>
              <a:t>. </a:t>
            </a:r>
            <a:r>
              <a:rPr lang="hu-HU" sz="2100" err="1">
                <a:latin typeface="Arial"/>
                <a:ea typeface="+mn-lt"/>
                <a:cs typeface="+mn-lt"/>
              </a:rPr>
              <a:t>This</a:t>
            </a:r>
            <a:r>
              <a:rPr lang="hu-HU" sz="2100" dirty="0">
                <a:latin typeface="Arial"/>
                <a:ea typeface="+mn-lt"/>
                <a:cs typeface="+mn-lt"/>
              </a:rPr>
              <a:t> is </a:t>
            </a:r>
            <a:r>
              <a:rPr lang="hu-HU" sz="2100" err="1">
                <a:latin typeface="Arial"/>
                <a:ea typeface="+mn-lt"/>
                <a:cs typeface="+mn-lt"/>
              </a:rPr>
              <a:t>critical</a:t>
            </a:r>
            <a:r>
              <a:rPr lang="hu-HU" sz="2100" dirty="0">
                <a:latin typeface="Arial"/>
                <a:ea typeface="+mn-lt"/>
                <a:cs typeface="+mn-lt"/>
              </a:rPr>
              <a:t> </a:t>
            </a:r>
            <a:r>
              <a:rPr lang="hu-HU" sz="2100" err="1">
                <a:latin typeface="Arial"/>
                <a:ea typeface="+mn-lt"/>
                <a:cs typeface="+mn-lt"/>
              </a:rPr>
              <a:t>for</a:t>
            </a:r>
            <a:r>
              <a:rPr lang="hu-HU" sz="2100" dirty="0">
                <a:latin typeface="Arial"/>
                <a:ea typeface="+mn-lt"/>
                <a:cs typeface="+mn-lt"/>
              </a:rPr>
              <a:t> </a:t>
            </a:r>
            <a:r>
              <a:rPr lang="hu-HU" sz="2100" err="1">
                <a:latin typeface="Arial"/>
                <a:ea typeface="+mn-lt"/>
                <a:cs typeface="+mn-lt"/>
              </a:rPr>
              <a:t>protecting</a:t>
            </a:r>
            <a:r>
              <a:rPr lang="hu-HU" sz="2100" dirty="0">
                <a:latin typeface="Arial"/>
                <a:ea typeface="+mn-lt"/>
                <a:cs typeface="+mn-lt"/>
              </a:rPr>
              <a:t> </a:t>
            </a:r>
            <a:r>
              <a:rPr lang="hu-HU" sz="2100" err="1">
                <a:latin typeface="Arial"/>
                <a:ea typeface="+mn-lt"/>
                <a:cs typeface="+mn-lt"/>
              </a:rPr>
              <a:t>sensitive</a:t>
            </a:r>
            <a:r>
              <a:rPr lang="hu-HU" sz="2100" dirty="0">
                <a:latin typeface="Arial"/>
                <a:ea typeface="+mn-lt"/>
                <a:cs typeface="+mn-lt"/>
              </a:rPr>
              <a:t> </a:t>
            </a:r>
            <a:r>
              <a:rPr lang="hu-HU" sz="2100" err="1">
                <a:latin typeface="Arial"/>
                <a:ea typeface="+mn-lt"/>
                <a:cs typeface="+mn-lt"/>
              </a:rPr>
              <a:t>data</a:t>
            </a:r>
            <a:r>
              <a:rPr lang="hu-HU" sz="2100" dirty="0">
                <a:latin typeface="Arial"/>
                <a:ea typeface="+mn-lt"/>
                <a:cs typeface="+mn-lt"/>
              </a:rPr>
              <a:t> and </a:t>
            </a:r>
            <a:r>
              <a:rPr lang="hu-HU" sz="2100" err="1">
                <a:latin typeface="Arial"/>
                <a:ea typeface="+mn-lt"/>
                <a:cs typeface="+mn-lt"/>
              </a:rPr>
              <a:t>maintaining</a:t>
            </a:r>
            <a:r>
              <a:rPr lang="hu-HU" sz="2100" dirty="0">
                <a:latin typeface="Arial"/>
                <a:ea typeface="+mn-lt"/>
                <a:cs typeface="+mn-lt"/>
              </a:rPr>
              <a:t> </a:t>
            </a:r>
            <a:r>
              <a:rPr lang="hu-HU" sz="2100" err="1">
                <a:latin typeface="Arial"/>
                <a:ea typeface="+mn-lt"/>
                <a:cs typeface="+mn-lt"/>
              </a:rPr>
              <a:t>user</a:t>
            </a:r>
            <a:r>
              <a:rPr lang="hu-HU" sz="2100" dirty="0">
                <a:latin typeface="Arial"/>
                <a:ea typeface="+mn-lt"/>
                <a:cs typeface="+mn-lt"/>
              </a:rPr>
              <a:t> </a:t>
            </a:r>
            <a:r>
              <a:rPr lang="hu-HU" sz="2100" err="1">
                <a:latin typeface="Arial"/>
                <a:ea typeface="+mn-lt"/>
                <a:cs typeface="+mn-lt"/>
              </a:rPr>
              <a:t>trust</a:t>
            </a:r>
            <a:r>
              <a:rPr lang="hu-HU" sz="2100" dirty="0">
                <a:latin typeface="Arial"/>
                <a:ea typeface="+mn-lt"/>
                <a:cs typeface="+mn-lt"/>
              </a:rPr>
              <a:t>.</a:t>
            </a:r>
            <a:endParaRPr lang="hu-HU" sz="2100" dirty="0">
              <a:latin typeface="Arial"/>
              <a:cs typeface="Arial"/>
            </a:endParaRPr>
          </a:p>
          <a:p>
            <a:pPr marL="0" indent="0">
              <a:buNone/>
            </a:pPr>
            <a:r>
              <a:rPr lang="hu-HU" sz="2100" err="1">
                <a:latin typeface="Arial"/>
                <a:ea typeface="+mn-lt"/>
                <a:cs typeface="+mn-lt"/>
              </a:rPr>
              <a:t>Compliance</a:t>
            </a:r>
            <a:r>
              <a:rPr lang="hu-HU" sz="2100" dirty="0">
                <a:latin typeface="Arial"/>
                <a:ea typeface="+mn-lt"/>
                <a:cs typeface="+mn-lt"/>
              </a:rPr>
              <a:t>: </a:t>
            </a:r>
            <a:r>
              <a:rPr lang="hu-HU" sz="2100" err="1">
                <a:latin typeface="Arial"/>
                <a:ea typeface="+mn-lt"/>
                <a:cs typeface="+mn-lt"/>
              </a:rPr>
              <a:t>Many</a:t>
            </a:r>
            <a:r>
              <a:rPr lang="hu-HU" sz="2100" dirty="0">
                <a:latin typeface="Arial"/>
                <a:ea typeface="+mn-lt"/>
                <a:cs typeface="+mn-lt"/>
              </a:rPr>
              <a:t> </a:t>
            </a:r>
            <a:r>
              <a:rPr lang="hu-HU" sz="2100" err="1">
                <a:latin typeface="Arial"/>
                <a:ea typeface="+mn-lt"/>
                <a:cs typeface="+mn-lt"/>
              </a:rPr>
              <a:t>industries</a:t>
            </a:r>
            <a:r>
              <a:rPr lang="hu-HU" sz="2100" dirty="0">
                <a:latin typeface="Arial"/>
                <a:ea typeface="+mn-lt"/>
                <a:cs typeface="+mn-lt"/>
              </a:rPr>
              <a:t> </a:t>
            </a:r>
            <a:r>
              <a:rPr lang="hu-HU" sz="2100" err="1">
                <a:latin typeface="Arial"/>
                <a:ea typeface="+mn-lt"/>
                <a:cs typeface="+mn-lt"/>
              </a:rPr>
              <a:t>require</a:t>
            </a:r>
            <a:r>
              <a:rPr lang="hu-HU" sz="2100" dirty="0">
                <a:latin typeface="Arial"/>
                <a:ea typeface="+mn-lt"/>
                <a:cs typeface="+mn-lt"/>
              </a:rPr>
              <a:t> software </a:t>
            </a:r>
            <a:r>
              <a:rPr lang="hu-HU" sz="2100" err="1">
                <a:latin typeface="Arial"/>
                <a:ea typeface="+mn-lt"/>
                <a:cs typeface="+mn-lt"/>
              </a:rPr>
              <a:t>to</a:t>
            </a:r>
            <a:r>
              <a:rPr lang="hu-HU" sz="2100" dirty="0">
                <a:latin typeface="Arial"/>
                <a:ea typeface="+mn-lt"/>
                <a:cs typeface="+mn-lt"/>
              </a:rPr>
              <a:t> </a:t>
            </a:r>
            <a:r>
              <a:rPr lang="hu-HU" sz="2100" err="1">
                <a:latin typeface="Arial"/>
                <a:ea typeface="+mn-lt"/>
                <a:cs typeface="+mn-lt"/>
              </a:rPr>
              <a:t>meet</a:t>
            </a:r>
            <a:r>
              <a:rPr lang="hu-HU" sz="2100" dirty="0">
                <a:latin typeface="Arial"/>
                <a:ea typeface="+mn-lt"/>
                <a:cs typeface="+mn-lt"/>
              </a:rPr>
              <a:t> </a:t>
            </a:r>
            <a:r>
              <a:rPr lang="hu-HU" sz="2100" err="1">
                <a:latin typeface="Arial"/>
                <a:ea typeface="+mn-lt"/>
                <a:cs typeface="+mn-lt"/>
              </a:rPr>
              <a:t>specific</a:t>
            </a:r>
            <a:r>
              <a:rPr lang="hu-HU" sz="2100" dirty="0">
                <a:latin typeface="Arial"/>
                <a:ea typeface="+mn-lt"/>
                <a:cs typeface="+mn-lt"/>
              </a:rPr>
              <a:t> </a:t>
            </a:r>
            <a:r>
              <a:rPr lang="hu-HU" sz="2100" err="1">
                <a:latin typeface="Arial"/>
                <a:ea typeface="+mn-lt"/>
                <a:cs typeface="+mn-lt"/>
              </a:rPr>
              <a:t>security</a:t>
            </a:r>
            <a:r>
              <a:rPr lang="hu-HU" sz="2100" dirty="0">
                <a:latin typeface="Arial"/>
                <a:ea typeface="+mn-lt"/>
                <a:cs typeface="+mn-lt"/>
              </a:rPr>
              <a:t> </a:t>
            </a:r>
            <a:r>
              <a:rPr lang="hu-HU" sz="2100" err="1">
                <a:latin typeface="Arial"/>
                <a:ea typeface="+mn-lt"/>
                <a:cs typeface="+mn-lt"/>
              </a:rPr>
              <a:t>standards</a:t>
            </a:r>
            <a:r>
              <a:rPr lang="hu-HU" sz="2100" dirty="0">
                <a:latin typeface="Arial"/>
                <a:ea typeface="+mn-lt"/>
                <a:cs typeface="+mn-lt"/>
              </a:rPr>
              <a:t> </a:t>
            </a:r>
            <a:r>
              <a:rPr lang="hu-HU" sz="2100" err="1">
                <a:latin typeface="Arial"/>
                <a:ea typeface="+mn-lt"/>
                <a:cs typeface="+mn-lt"/>
              </a:rPr>
              <a:t>or</a:t>
            </a:r>
            <a:r>
              <a:rPr lang="hu-HU" sz="2100" dirty="0">
                <a:latin typeface="Arial"/>
                <a:ea typeface="+mn-lt"/>
                <a:cs typeface="+mn-lt"/>
              </a:rPr>
              <a:t> </a:t>
            </a:r>
            <a:r>
              <a:rPr lang="hu-HU" sz="2100" err="1">
                <a:latin typeface="Arial"/>
                <a:ea typeface="+mn-lt"/>
                <a:cs typeface="+mn-lt"/>
              </a:rPr>
              <a:t>regulatory</a:t>
            </a:r>
            <a:r>
              <a:rPr lang="hu-HU" sz="2100" dirty="0">
                <a:latin typeface="Arial"/>
                <a:ea typeface="+mn-lt"/>
                <a:cs typeface="+mn-lt"/>
              </a:rPr>
              <a:t> </a:t>
            </a:r>
            <a:r>
              <a:rPr lang="hu-HU" sz="2100" err="1">
                <a:latin typeface="Arial"/>
                <a:ea typeface="+mn-lt"/>
                <a:cs typeface="+mn-lt"/>
              </a:rPr>
              <a:t>requirements</a:t>
            </a:r>
            <a:r>
              <a:rPr lang="hu-HU" sz="2100" dirty="0">
                <a:latin typeface="Arial"/>
                <a:ea typeface="+mn-lt"/>
                <a:cs typeface="+mn-lt"/>
              </a:rPr>
              <a:t>, </a:t>
            </a:r>
            <a:r>
              <a:rPr lang="hu-HU" sz="2100" err="1">
                <a:latin typeface="Arial"/>
                <a:ea typeface="+mn-lt"/>
                <a:cs typeface="+mn-lt"/>
              </a:rPr>
              <a:t>which</a:t>
            </a:r>
            <a:r>
              <a:rPr lang="hu-HU" sz="2100" dirty="0">
                <a:latin typeface="Arial"/>
                <a:ea typeface="+mn-lt"/>
                <a:cs typeface="+mn-lt"/>
              </a:rPr>
              <a:t> testing </a:t>
            </a:r>
            <a:r>
              <a:rPr lang="hu-HU" sz="2100" err="1">
                <a:latin typeface="Arial"/>
                <a:ea typeface="+mn-lt"/>
                <a:cs typeface="+mn-lt"/>
              </a:rPr>
              <a:t>helps</a:t>
            </a:r>
            <a:r>
              <a:rPr lang="hu-HU" sz="2100" dirty="0">
                <a:latin typeface="Arial"/>
                <a:ea typeface="+mn-lt"/>
                <a:cs typeface="+mn-lt"/>
              </a:rPr>
              <a:t> </a:t>
            </a:r>
            <a:r>
              <a:rPr lang="hu-HU" sz="2100" err="1">
                <a:latin typeface="Arial"/>
                <a:ea typeface="+mn-lt"/>
                <a:cs typeface="+mn-lt"/>
              </a:rPr>
              <a:t>ensure</a:t>
            </a:r>
            <a:r>
              <a:rPr lang="hu-HU" sz="2100" dirty="0">
                <a:latin typeface="Arial"/>
                <a:ea typeface="+mn-lt"/>
                <a:cs typeface="+mn-lt"/>
              </a:rPr>
              <a:t>.</a:t>
            </a:r>
            <a:endParaRPr lang="hu-HU" sz="2100" dirty="0">
              <a:latin typeface="Arial"/>
              <a:cs typeface="Arial"/>
            </a:endParaRPr>
          </a:p>
          <a:p>
            <a:pPr marL="0" indent="0">
              <a:buNone/>
            </a:pPr>
            <a:endParaRPr lang="hu-HU" sz="2100" dirty="0">
              <a:latin typeface="Arial"/>
              <a:ea typeface="+mn-lt"/>
              <a:cs typeface="+mn-lt"/>
            </a:endParaRPr>
          </a:p>
          <a:p>
            <a:pPr marL="0" indent="0">
              <a:buNone/>
            </a:pPr>
            <a:r>
              <a:rPr lang="hu-HU" sz="2100" b="1" dirty="0">
                <a:latin typeface="Arial"/>
                <a:ea typeface="+mn-lt"/>
                <a:cs typeface="+mn-lt"/>
              </a:rPr>
              <a:t>5. Cost-</a:t>
            </a:r>
            <a:r>
              <a:rPr lang="hu-HU" sz="2100" b="1" err="1">
                <a:latin typeface="Arial"/>
                <a:ea typeface="+mn-lt"/>
                <a:cs typeface="+mn-lt"/>
              </a:rPr>
              <a:t>Effective</a:t>
            </a:r>
            <a:r>
              <a:rPr lang="hu-HU" sz="2100" b="1" dirty="0">
                <a:latin typeface="Arial"/>
                <a:ea typeface="+mn-lt"/>
                <a:cs typeface="+mn-lt"/>
              </a:rPr>
              <a:t> </a:t>
            </a:r>
            <a:r>
              <a:rPr lang="hu-HU" sz="2100" b="1" err="1">
                <a:latin typeface="Arial"/>
                <a:ea typeface="+mn-lt"/>
                <a:cs typeface="+mn-lt"/>
              </a:rPr>
              <a:t>Development</a:t>
            </a:r>
            <a:endParaRPr lang="hu-HU" sz="2100" b="1">
              <a:latin typeface="Arial"/>
              <a:cs typeface="Arial"/>
            </a:endParaRPr>
          </a:p>
          <a:p>
            <a:pPr marL="0" indent="0">
              <a:buNone/>
            </a:pPr>
            <a:r>
              <a:rPr lang="hu-HU" sz="2100" err="1">
                <a:latin typeface="Arial"/>
                <a:ea typeface="+mn-lt"/>
                <a:cs typeface="+mn-lt"/>
              </a:rPr>
              <a:t>Reducing</a:t>
            </a:r>
            <a:r>
              <a:rPr lang="hu-HU" sz="2100" dirty="0">
                <a:latin typeface="Arial"/>
                <a:ea typeface="+mn-lt"/>
                <a:cs typeface="+mn-lt"/>
              </a:rPr>
              <a:t> </a:t>
            </a:r>
            <a:r>
              <a:rPr lang="hu-HU" sz="2100" err="1">
                <a:latin typeface="Arial"/>
                <a:ea typeface="+mn-lt"/>
                <a:cs typeface="+mn-lt"/>
              </a:rPr>
              <a:t>Maintenance</a:t>
            </a:r>
            <a:r>
              <a:rPr lang="hu-HU" sz="2100" dirty="0">
                <a:latin typeface="Arial"/>
                <a:ea typeface="+mn-lt"/>
                <a:cs typeface="+mn-lt"/>
              </a:rPr>
              <a:t> </a:t>
            </a:r>
            <a:r>
              <a:rPr lang="hu-HU" sz="2100" err="1">
                <a:latin typeface="Arial"/>
                <a:ea typeface="+mn-lt"/>
                <a:cs typeface="+mn-lt"/>
              </a:rPr>
              <a:t>Costs</a:t>
            </a:r>
            <a:r>
              <a:rPr lang="hu-HU" sz="2100" dirty="0">
                <a:latin typeface="Arial"/>
                <a:ea typeface="+mn-lt"/>
                <a:cs typeface="+mn-lt"/>
              </a:rPr>
              <a:t>: </a:t>
            </a:r>
            <a:r>
              <a:rPr lang="hu-HU" sz="2100" err="1">
                <a:latin typeface="Arial"/>
                <a:ea typeface="+mn-lt"/>
                <a:cs typeface="+mn-lt"/>
              </a:rPr>
              <a:t>Bugs</a:t>
            </a:r>
            <a:r>
              <a:rPr lang="hu-HU" sz="2100" dirty="0">
                <a:latin typeface="Arial"/>
                <a:ea typeface="+mn-lt"/>
                <a:cs typeface="+mn-lt"/>
              </a:rPr>
              <a:t> </a:t>
            </a:r>
            <a:r>
              <a:rPr lang="hu-HU" sz="2100" err="1">
                <a:latin typeface="Arial"/>
                <a:ea typeface="+mn-lt"/>
                <a:cs typeface="+mn-lt"/>
              </a:rPr>
              <a:t>found</a:t>
            </a:r>
            <a:r>
              <a:rPr lang="hu-HU" sz="2100" dirty="0">
                <a:latin typeface="Arial"/>
                <a:ea typeface="+mn-lt"/>
                <a:cs typeface="+mn-lt"/>
              </a:rPr>
              <a:t> </a:t>
            </a:r>
            <a:r>
              <a:rPr lang="hu-HU" sz="2100" err="1">
                <a:latin typeface="Arial"/>
                <a:ea typeface="+mn-lt"/>
                <a:cs typeface="+mn-lt"/>
              </a:rPr>
              <a:t>later</a:t>
            </a:r>
            <a:r>
              <a:rPr lang="hu-HU" sz="2100" dirty="0">
                <a:latin typeface="Arial"/>
                <a:ea typeface="+mn-lt"/>
                <a:cs typeface="+mn-lt"/>
              </a:rPr>
              <a:t> in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development</a:t>
            </a:r>
            <a:r>
              <a:rPr lang="hu-HU" sz="2100" dirty="0">
                <a:latin typeface="Arial"/>
                <a:ea typeface="+mn-lt"/>
                <a:cs typeface="+mn-lt"/>
              </a:rPr>
              <a:t> </a:t>
            </a:r>
            <a:r>
              <a:rPr lang="hu-HU" sz="2100" err="1">
                <a:latin typeface="Arial"/>
                <a:ea typeface="+mn-lt"/>
                <a:cs typeface="+mn-lt"/>
              </a:rPr>
              <a:t>process</a:t>
            </a:r>
            <a:r>
              <a:rPr lang="hu-HU" sz="2100" dirty="0">
                <a:latin typeface="Arial"/>
                <a:ea typeface="+mn-lt"/>
                <a:cs typeface="+mn-lt"/>
              </a:rPr>
              <a:t> </a:t>
            </a:r>
            <a:r>
              <a:rPr lang="hu-HU" sz="2100" err="1">
                <a:latin typeface="Arial"/>
                <a:ea typeface="+mn-lt"/>
                <a:cs typeface="+mn-lt"/>
              </a:rPr>
              <a:t>or</a:t>
            </a:r>
            <a:r>
              <a:rPr lang="hu-HU" sz="2100" dirty="0">
                <a:latin typeface="Arial"/>
                <a:ea typeface="+mn-lt"/>
                <a:cs typeface="+mn-lt"/>
              </a:rPr>
              <a:t> </a:t>
            </a:r>
            <a:r>
              <a:rPr lang="hu-HU" sz="2100" err="1">
                <a:latin typeface="Arial"/>
                <a:ea typeface="+mn-lt"/>
                <a:cs typeface="+mn-lt"/>
              </a:rPr>
              <a:t>after</a:t>
            </a:r>
            <a:r>
              <a:rPr lang="hu-HU" sz="2100" dirty="0">
                <a:latin typeface="Arial"/>
                <a:ea typeface="+mn-lt"/>
                <a:cs typeface="+mn-lt"/>
              </a:rPr>
              <a:t> </a:t>
            </a:r>
            <a:r>
              <a:rPr lang="hu-HU" sz="2100" err="1">
                <a:latin typeface="Arial"/>
                <a:ea typeface="+mn-lt"/>
                <a:cs typeface="+mn-lt"/>
              </a:rPr>
              <a:t>release</a:t>
            </a:r>
            <a:r>
              <a:rPr lang="hu-HU" sz="2100" dirty="0">
                <a:latin typeface="Arial"/>
                <a:ea typeface="+mn-lt"/>
                <a:cs typeface="+mn-lt"/>
              </a:rPr>
              <a:t> </a:t>
            </a:r>
            <a:r>
              <a:rPr lang="hu-HU" sz="2100" err="1">
                <a:latin typeface="Arial"/>
                <a:ea typeface="+mn-lt"/>
                <a:cs typeface="+mn-lt"/>
              </a:rPr>
              <a:t>are</a:t>
            </a:r>
            <a:r>
              <a:rPr lang="hu-HU" sz="2100" dirty="0">
                <a:latin typeface="Arial"/>
                <a:ea typeface="+mn-lt"/>
                <a:cs typeface="+mn-lt"/>
              </a:rPr>
              <a:t> </a:t>
            </a:r>
            <a:r>
              <a:rPr lang="hu-HU" sz="2100" err="1">
                <a:latin typeface="Arial"/>
                <a:ea typeface="+mn-lt"/>
                <a:cs typeface="+mn-lt"/>
              </a:rPr>
              <a:t>typically</a:t>
            </a:r>
            <a:r>
              <a:rPr lang="hu-HU" sz="2100" dirty="0">
                <a:latin typeface="Arial"/>
                <a:ea typeface="+mn-lt"/>
                <a:cs typeface="+mn-lt"/>
              </a:rPr>
              <a:t> more </a:t>
            </a:r>
            <a:r>
              <a:rPr lang="hu-HU" sz="2100" err="1">
                <a:latin typeface="Arial"/>
                <a:ea typeface="+mn-lt"/>
                <a:cs typeface="+mn-lt"/>
              </a:rPr>
              <a:t>expensive</a:t>
            </a:r>
            <a:r>
              <a:rPr lang="hu-HU" sz="2100" dirty="0">
                <a:latin typeface="Arial"/>
                <a:ea typeface="+mn-lt"/>
                <a:cs typeface="+mn-lt"/>
              </a:rPr>
              <a:t> </a:t>
            </a:r>
            <a:r>
              <a:rPr lang="hu-HU" sz="2100" err="1">
                <a:latin typeface="Arial"/>
                <a:ea typeface="+mn-lt"/>
                <a:cs typeface="+mn-lt"/>
              </a:rPr>
              <a:t>to</a:t>
            </a:r>
            <a:r>
              <a:rPr lang="hu-HU" sz="2100" dirty="0">
                <a:latin typeface="Arial"/>
                <a:ea typeface="+mn-lt"/>
                <a:cs typeface="+mn-lt"/>
              </a:rPr>
              <a:t> fix. Testing </a:t>
            </a:r>
            <a:r>
              <a:rPr lang="hu-HU" sz="2100" err="1">
                <a:latin typeface="Arial"/>
                <a:ea typeface="+mn-lt"/>
                <a:cs typeface="+mn-lt"/>
              </a:rPr>
              <a:t>early</a:t>
            </a:r>
            <a:r>
              <a:rPr lang="hu-HU" sz="2100" dirty="0">
                <a:latin typeface="Arial"/>
                <a:ea typeface="+mn-lt"/>
                <a:cs typeface="+mn-lt"/>
              </a:rPr>
              <a:t> and </a:t>
            </a:r>
            <a:r>
              <a:rPr lang="hu-HU" sz="2100" err="1">
                <a:latin typeface="Arial"/>
                <a:ea typeface="+mn-lt"/>
                <a:cs typeface="+mn-lt"/>
              </a:rPr>
              <a:t>often</a:t>
            </a:r>
            <a:r>
              <a:rPr lang="hu-HU" sz="2100" dirty="0">
                <a:latin typeface="Arial"/>
                <a:ea typeface="+mn-lt"/>
                <a:cs typeface="+mn-lt"/>
              </a:rPr>
              <a:t> </a:t>
            </a:r>
            <a:r>
              <a:rPr lang="hu-HU" sz="2100" err="1">
                <a:latin typeface="Arial"/>
                <a:ea typeface="+mn-lt"/>
                <a:cs typeface="+mn-lt"/>
              </a:rPr>
              <a:t>helps</a:t>
            </a:r>
            <a:r>
              <a:rPr lang="hu-HU" sz="2100" dirty="0">
                <a:latin typeface="Arial"/>
                <a:ea typeface="+mn-lt"/>
                <a:cs typeface="+mn-lt"/>
              </a:rPr>
              <a:t> </a:t>
            </a:r>
            <a:r>
              <a:rPr lang="hu-HU" sz="2100" err="1">
                <a:latin typeface="Arial"/>
                <a:ea typeface="+mn-lt"/>
                <a:cs typeface="+mn-lt"/>
              </a:rPr>
              <a:t>reduce</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overall cost of </a:t>
            </a:r>
            <a:r>
              <a:rPr lang="hu-HU" sz="2100" err="1">
                <a:latin typeface="Arial"/>
                <a:ea typeface="+mn-lt"/>
                <a:cs typeface="+mn-lt"/>
              </a:rPr>
              <a:t>development</a:t>
            </a:r>
            <a:r>
              <a:rPr lang="hu-HU" sz="2100" dirty="0">
                <a:latin typeface="Arial"/>
                <a:ea typeface="+mn-lt"/>
                <a:cs typeface="+mn-lt"/>
              </a:rPr>
              <a:t> </a:t>
            </a:r>
            <a:r>
              <a:rPr lang="hu-HU" sz="2100" err="1">
                <a:latin typeface="Arial"/>
                <a:ea typeface="+mn-lt"/>
                <a:cs typeface="+mn-lt"/>
              </a:rPr>
              <a:t>by</a:t>
            </a:r>
            <a:r>
              <a:rPr lang="hu-HU" sz="2100" dirty="0">
                <a:latin typeface="Arial"/>
                <a:ea typeface="+mn-lt"/>
                <a:cs typeface="+mn-lt"/>
              </a:rPr>
              <a:t> </a:t>
            </a:r>
            <a:r>
              <a:rPr lang="hu-HU" sz="2100" err="1">
                <a:latin typeface="Arial"/>
                <a:ea typeface="+mn-lt"/>
                <a:cs typeface="+mn-lt"/>
              </a:rPr>
              <a:t>minimizing</a:t>
            </a:r>
            <a:r>
              <a:rPr lang="hu-HU" sz="2100" dirty="0">
                <a:latin typeface="Arial"/>
                <a:ea typeface="+mn-lt"/>
                <a:cs typeface="+mn-lt"/>
              </a:rPr>
              <a:t> </a:t>
            </a:r>
            <a:r>
              <a:rPr lang="hu-HU" sz="2100" err="1">
                <a:latin typeface="Arial"/>
                <a:ea typeface="+mn-lt"/>
                <a:cs typeface="+mn-lt"/>
              </a:rPr>
              <a:t>these</a:t>
            </a:r>
            <a:r>
              <a:rPr lang="hu-HU" sz="2100" dirty="0">
                <a:latin typeface="Arial"/>
                <a:ea typeface="+mn-lt"/>
                <a:cs typeface="+mn-lt"/>
              </a:rPr>
              <a:t> </a:t>
            </a:r>
            <a:r>
              <a:rPr lang="hu-HU" sz="2100" err="1">
                <a:latin typeface="Arial"/>
                <a:ea typeface="+mn-lt"/>
                <a:cs typeface="+mn-lt"/>
              </a:rPr>
              <a:t>expensive</a:t>
            </a:r>
            <a:r>
              <a:rPr lang="hu-HU" sz="2100" dirty="0">
                <a:latin typeface="Arial"/>
                <a:ea typeface="+mn-lt"/>
                <a:cs typeface="+mn-lt"/>
              </a:rPr>
              <a:t> post-</a:t>
            </a:r>
            <a:r>
              <a:rPr lang="hu-HU" sz="2100" err="1">
                <a:latin typeface="Arial"/>
                <a:ea typeface="+mn-lt"/>
                <a:cs typeface="+mn-lt"/>
              </a:rPr>
              <a:t>release</a:t>
            </a:r>
            <a:r>
              <a:rPr lang="hu-HU" sz="2100" dirty="0">
                <a:latin typeface="Arial"/>
                <a:ea typeface="+mn-lt"/>
                <a:cs typeface="+mn-lt"/>
              </a:rPr>
              <a:t> </a:t>
            </a:r>
            <a:r>
              <a:rPr lang="hu-HU" sz="2100" err="1">
                <a:latin typeface="Arial"/>
                <a:ea typeface="+mn-lt"/>
                <a:cs typeface="+mn-lt"/>
              </a:rPr>
              <a:t>fixes</a:t>
            </a:r>
            <a:r>
              <a:rPr lang="hu-HU" sz="2100" dirty="0">
                <a:latin typeface="Arial"/>
                <a:ea typeface="+mn-lt"/>
                <a:cs typeface="+mn-lt"/>
              </a:rPr>
              <a:t>.</a:t>
            </a:r>
            <a:endParaRPr lang="hu-HU" sz="2100" dirty="0">
              <a:latin typeface="Arial"/>
              <a:cs typeface="Arial"/>
            </a:endParaRPr>
          </a:p>
          <a:p>
            <a:pPr marL="0" indent="0">
              <a:buNone/>
            </a:pPr>
            <a:r>
              <a:rPr lang="hu-HU" sz="2100" err="1">
                <a:latin typeface="Arial"/>
                <a:ea typeface="+mn-lt"/>
                <a:cs typeface="+mn-lt"/>
              </a:rPr>
              <a:t>Avoiding</a:t>
            </a:r>
            <a:r>
              <a:rPr lang="hu-HU" sz="2100" dirty="0">
                <a:latin typeface="Arial"/>
                <a:ea typeface="+mn-lt"/>
                <a:cs typeface="+mn-lt"/>
              </a:rPr>
              <a:t> </a:t>
            </a:r>
            <a:r>
              <a:rPr lang="hu-HU" sz="2100" err="1">
                <a:latin typeface="Arial"/>
                <a:ea typeface="+mn-lt"/>
                <a:cs typeface="+mn-lt"/>
              </a:rPr>
              <a:t>Rework</a:t>
            </a:r>
            <a:r>
              <a:rPr lang="hu-HU" sz="2100" dirty="0">
                <a:latin typeface="Arial"/>
                <a:ea typeface="+mn-lt"/>
                <a:cs typeface="+mn-lt"/>
              </a:rPr>
              <a:t>: </a:t>
            </a:r>
            <a:r>
              <a:rPr lang="hu-HU" sz="2100" err="1">
                <a:latin typeface="Arial"/>
                <a:ea typeface="+mn-lt"/>
                <a:cs typeface="+mn-lt"/>
              </a:rPr>
              <a:t>Continuous</a:t>
            </a:r>
            <a:r>
              <a:rPr lang="hu-HU" sz="2100" dirty="0">
                <a:latin typeface="Arial"/>
                <a:ea typeface="+mn-lt"/>
                <a:cs typeface="+mn-lt"/>
              </a:rPr>
              <a:t> testing </a:t>
            </a:r>
            <a:r>
              <a:rPr lang="hu-HU" sz="2100" err="1">
                <a:latin typeface="Arial"/>
                <a:ea typeface="+mn-lt"/>
                <a:cs typeface="+mn-lt"/>
              </a:rPr>
              <a:t>throughout</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development</a:t>
            </a:r>
            <a:r>
              <a:rPr lang="hu-HU" sz="2100" dirty="0">
                <a:latin typeface="Arial"/>
                <a:ea typeface="+mn-lt"/>
                <a:cs typeface="+mn-lt"/>
              </a:rPr>
              <a:t> </a:t>
            </a:r>
            <a:r>
              <a:rPr lang="hu-HU" sz="2100" err="1">
                <a:latin typeface="Arial"/>
                <a:ea typeface="+mn-lt"/>
                <a:cs typeface="+mn-lt"/>
              </a:rPr>
              <a:t>process</a:t>
            </a:r>
            <a:r>
              <a:rPr lang="hu-HU" sz="2100" dirty="0">
                <a:latin typeface="Arial"/>
                <a:ea typeface="+mn-lt"/>
                <a:cs typeface="+mn-lt"/>
              </a:rPr>
              <a:t> </a:t>
            </a:r>
            <a:r>
              <a:rPr lang="hu-HU" sz="2100" err="1">
                <a:latin typeface="Arial"/>
                <a:ea typeface="+mn-lt"/>
                <a:cs typeface="+mn-lt"/>
              </a:rPr>
              <a:t>reduces</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need</a:t>
            </a:r>
            <a:r>
              <a:rPr lang="hu-HU" sz="2100" dirty="0">
                <a:latin typeface="Arial"/>
                <a:ea typeface="+mn-lt"/>
                <a:cs typeface="+mn-lt"/>
              </a:rPr>
              <a:t> </a:t>
            </a:r>
            <a:r>
              <a:rPr lang="hu-HU" sz="2100" err="1">
                <a:latin typeface="Arial"/>
                <a:ea typeface="+mn-lt"/>
                <a:cs typeface="+mn-lt"/>
              </a:rPr>
              <a:t>for</a:t>
            </a:r>
            <a:r>
              <a:rPr lang="hu-HU" sz="2100" dirty="0">
                <a:latin typeface="Arial"/>
                <a:ea typeface="+mn-lt"/>
                <a:cs typeface="+mn-lt"/>
              </a:rPr>
              <a:t> </a:t>
            </a:r>
            <a:r>
              <a:rPr lang="hu-HU" sz="2100" err="1">
                <a:latin typeface="Arial"/>
                <a:ea typeface="+mn-lt"/>
                <a:cs typeface="+mn-lt"/>
              </a:rPr>
              <a:t>rework</a:t>
            </a:r>
            <a:r>
              <a:rPr lang="hu-HU" sz="2100" dirty="0">
                <a:latin typeface="Arial"/>
                <a:ea typeface="+mn-lt"/>
                <a:cs typeface="+mn-lt"/>
              </a:rPr>
              <a:t>, </a:t>
            </a:r>
            <a:r>
              <a:rPr lang="hu-HU" sz="2100" err="1">
                <a:latin typeface="Arial"/>
                <a:ea typeface="+mn-lt"/>
                <a:cs typeface="+mn-lt"/>
              </a:rPr>
              <a:t>helping</a:t>
            </a:r>
            <a:r>
              <a:rPr lang="hu-HU" sz="2100" dirty="0">
                <a:latin typeface="Arial"/>
                <a:ea typeface="+mn-lt"/>
                <a:cs typeface="+mn-lt"/>
              </a:rPr>
              <a:t> </a:t>
            </a:r>
            <a:r>
              <a:rPr lang="hu-HU" sz="2100" err="1">
                <a:latin typeface="Arial"/>
                <a:ea typeface="+mn-lt"/>
                <a:cs typeface="+mn-lt"/>
              </a:rPr>
              <a:t>keep</a:t>
            </a:r>
            <a:r>
              <a:rPr lang="hu-HU" sz="2100" dirty="0">
                <a:latin typeface="Arial"/>
                <a:ea typeface="+mn-lt"/>
                <a:cs typeface="+mn-lt"/>
              </a:rPr>
              <a:t> </a:t>
            </a:r>
            <a:r>
              <a:rPr lang="hu-HU" sz="2100" err="1">
                <a:latin typeface="Arial"/>
                <a:ea typeface="+mn-lt"/>
                <a:cs typeface="+mn-lt"/>
              </a:rPr>
              <a:t>projects</a:t>
            </a:r>
            <a:r>
              <a:rPr lang="hu-HU" sz="2100" dirty="0">
                <a:latin typeface="Arial"/>
                <a:ea typeface="+mn-lt"/>
                <a:cs typeface="+mn-lt"/>
              </a:rPr>
              <a:t> </a:t>
            </a:r>
            <a:r>
              <a:rPr lang="hu-HU" sz="2100" err="1">
                <a:latin typeface="Arial"/>
                <a:ea typeface="+mn-lt"/>
                <a:cs typeface="+mn-lt"/>
              </a:rPr>
              <a:t>on</a:t>
            </a:r>
            <a:r>
              <a:rPr lang="hu-HU" sz="2100" dirty="0">
                <a:latin typeface="Arial"/>
                <a:ea typeface="+mn-lt"/>
                <a:cs typeface="+mn-lt"/>
              </a:rPr>
              <a:t> </a:t>
            </a:r>
            <a:r>
              <a:rPr lang="hu-HU" sz="2100" err="1">
                <a:latin typeface="Arial"/>
                <a:ea typeface="+mn-lt"/>
                <a:cs typeface="+mn-lt"/>
              </a:rPr>
              <a:t>time</a:t>
            </a:r>
            <a:r>
              <a:rPr lang="hu-HU" sz="2100" dirty="0">
                <a:latin typeface="Arial"/>
                <a:ea typeface="+mn-lt"/>
                <a:cs typeface="+mn-lt"/>
              </a:rPr>
              <a:t> and </a:t>
            </a:r>
            <a:r>
              <a:rPr lang="hu-HU" sz="2100" err="1">
                <a:latin typeface="Arial"/>
                <a:ea typeface="+mn-lt"/>
                <a:cs typeface="+mn-lt"/>
              </a:rPr>
              <a:t>within</a:t>
            </a:r>
            <a:r>
              <a:rPr lang="hu-HU" sz="2100" dirty="0">
                <a:latin typeface="Arial"/>
                <a:ea typeface="+mn-lt"/>
                <a:cs typeface="+mn-lt"/>
              </a:rPr>
              <a:t> </a:t>
            </a:r>
            <a:r>
              <a:rPr lang="hu-HU" sz="2100" err="1">
                <a:latin typeface="Arial"/>
                <a:ea typeface="+mn-lt"/>
                <a:cs typeface="+mn-lt"/>
              </a:rPr>
              <a:t>budget</a:t>
            </a:r>
            <a:r>
              <a:rPr lang="hu-HU" sz="2100" dirty="0">
                <a:latin typeface="Arial"/>
                <a:ea typeface="+mn-lt"/>
                <a:cs typeface="+mn-lt"/>
              </a:rPr>
              <a:t>.</a:t>
            </a:r>
          </a:p>
          <a:p>
            <a:pPr marL="0" indent="0">
              <a:buNone/>
            </a:pPr>
            <a:endParaRPr lang="hu-HU" sz="2100" dirty="0">
              <a:latin typeface="Arial"/>
              <a:cs typeface="Arial"/>
            </a:endParaRPr>
          </a:p>
          <a:p>
            <a:pPr>
              <a:buNone/>
            </a:pPr>
            <a:r>
              <a:rPr lang="hu-HU" sz="2100" b="1" dirty="0">
                <a:latin typeface="Arial"/>
                <a:ea typeface="+mn-lt"/>
                <a:cs typeface="+mn-lt"/>
              </a:rPr>
              <a:t>7. </a:t>
            </a:r>
            <a:r>
              <a:rPr lang="hu-HU" sz="2100" b="1" dirty="0" err="1">
                <a:latin typeface="Arial"/>
                <a:ea typeface="+mn-lt"/>
                <a:cs typeface="+mn-lt"/>
              </a:rPr>
              <a:t>Improving</a:t>
            </a:r>
            <a:r>
              <a:rPr lang="hu-HU" sz="2100" b="1" dirty="0">
                <a:latin typeface="Arial"/>
                <a:ea typeface="+mn-lt"/>
                <a:cs typeface="+mn-lt"/>
              </a:rPr>
              <a:t> </a:t>
            </a:r>
            <a:r>
              <a:rPr lang="hu-HU" sz="2100" b="1" dirty="0" err="1">
                <a:latin typeface="Arial"/>
                <a:ea typeface="+mn-lt"/>
                <a:cs typeface="+mn-lt"/>
              </a:rPr>
              <a:t>User</a:t>
            </a:r>
            <a:r>
              <a:rPr lang="hu-HU" sz="2100" b="1" dirty="0">
                <a:latin typeface="Arial"/>
                <a:ea typeface="+mn-lt"/>
                <a:cs typeface="+mn-lt"/>
              </a:rPr>
              <a:t> </a:t>
            </a:r>
            <a:r>
              <a:rPr lang="hu-HU" sz="2100" b="1" dirty="0" err="1">
                <a:latin typeface="Arial"/>
                <a:ea typeface="+mn-lt"/>
                <a:cs typeface="+mn-lt"/>
              </a:rPr>
              <a:t>Experience</a:t>
            </a:r>
            <a:endParaRPr lang="hu-HU" b="1" dirty="0" err="1">
              <a:latin typeface="Arial"/>
              <a:cs typeface="Arial"/>
            </a:endParaRPr>
          </a:p>
          <a:p>
            <a:pPr>
              <a:buNone/>
            </a:pPr>
            <a:r>
              <a:rPr lang="hu-HU" sz="2100" err="1">
                <a:latin typeface="Arial"/>
                <a:ea typeface="+mn-lt"/>
                <a:cs typeface="+mn-lt"/>
              </a:rPr>
              <a:t>Usability</a:t>
            </a:r>
            <a:r>
              <a:rPr lang="hu-HU" sz="2100" dirty="0">
                <a:latin typeface="Arial"/>
                <a:ea typeface="+mn-lt"/>
                <a:cs typeface="+mn-lt"/>
              </a:rPr>
              <a:t>: Testing </a:t>
            </a:r>
            <a:r>
              <a:rPr lang="hu-HU" sz="2100" err="1">
                <a:latin typeface="Arial"/>
                <a:ea typeface="+mn-lt"/>
                <a:cs typeface="+mn-lt"/>
              </a:rPr>
              <a:t>ensures</a:t>
            </a:r>
            <a:r>
              <a:rPr lang="hu-HU" sz="2100" dirty="0">
                <a:latin typeface="Arial"/>
                <a:ea typeface="+mn-lt"/>
                <a:cs typeface="+mn-lt"/>
              </a:rPr>
              <a:t> </a:t>
            </a:r>
            <a:r>
              <a:rPr lang="hu-HU" sz="2100" err="1">
                <a:latin typeface="Arial"/>
                <a:ea typeface="+mn-lt"/>
                <a:cs typeface="+mn-lt"/>
              </a:rPr>
              <a:t>that</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software is </a:t>
            </a:r>
            <a:r>
              <a:rPr lang="hu-HU" sz="2100" err="1">
                <a:latin typeface="Arial"/>
                <a:ea typeface="+mn-lt"/>
                <a:cs typeface="+mn-lt"/>
              </a:rPr>
              <a:t>user-friendly</a:t>
            </a:r>
            <a:r>
              <a:rPr lang="hu-HU" sz="2100" dirty="0">
                <a:latin typeface="Arial"/>
                <a:ea typeface="+mn-lt"/>
                <a:cs typeface="+mn-lt"/>
              </a:rPr>
              <a:t> and </a:t>
            </a:r>
            <a:r>
              <a:rPr lang="hu-HU" sz="2100" err="1">
                <a:latin typeface="Arial"/>
                <a:ea typeface="+mn-lt"/>
                <a:cs typeface="+mn-lt"/>
              </a:rPr>
              <a:t>meets</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needs</a:t>
            </a:r>
            <a:r>
              <a:rPr lang="hu-HU" sz="2100" dirty="0">
                <a:latin typeface="Arial"/>
                <a:ea typeface="+mn-lt"/>
                <a:cs typeface="+mn-lt"/>
              </a:rPr>
              <a:t> of </a:t>
            </a:r>
            <a:r>
              <a:rPr lang="hu-HU" sz="2100" err="1">
                <a:latin typeface="Arial"/>
                <a:ea typeface="+mn-lt"/>
                <a:cs typeface="+mn-lt"/>
              </a:rPr>
              <a:t>its</a:t>
            </a:r>
            <a:r>
              <a:rPr lang="hu-HU" sz="2100" dirty="0">
                <a:latin typeface="Arial"/>
                <a:ea typeface="+mn-lt"/>
                <a:cs typeface="+mn-lt"/>
              </a:rPr>
              <a:t> </a:t>
            </a:r>
            <a:r>
              <a:rPr lang="hu-HU" sz="2100" err="1">
                <a:latin typeface="Arial"/>
                <a:ea typeface="+mn-lt"/>
                <a:cs typeface="+mn-lt"/>
              </a:rPr>
              <a:t>intended</a:t>
            </a:r>
            <a:r>
              <a:rPr lang="hu-HU" sz="2100" dirty="0">
                <a:latin typeface="Arial"/>
                <a:ea typeface="+mn-lt"/>
                <a:cs typeface="+mn-lt"/>
              </a:rPr>
              <a:t> </a:t>
            </a:r>
            <a:r>
              <a:rPr lang="hu-HU" sz="2100" err="1">
                <a:latin typeface="Arial"/>
                <a:ea typeface="+mn-lt"/>
                <a:cs typeface="+mn-lt"/>
              </a:rPr>
              <a:t>audience</a:t>
            </a:r>
            <a:r>
              <a:rPr lang="hu-HU" sz="2100" dirty="0">
                <a:latin typeface="Arial"/>
                <a:ea typeface="+mn-lt"/>
                <a:cs typeface="+mn-lt"/>
              </a:rPr>
              <a:t>. </a:t>
            </a:r>
            <a:r>
              <a:rPr lang="hu-HU" sz="2100" err="1">
                <a:latin typeface="Arial"/>
                <a:ea typeface="+mn-lt"/>
                <a:cs typeface="+mn-lt"/>
              </a:rPr>
              <a:t>Usability</a:t>
            </a:r>
            <a:r>
              <a:rPr lang="hu-HU" sz="2100" dirty="0">
                <a:latin typeface="Arial"/>
                <a:ea typeface="+mn-lt"/>
                <a:cs typeface="+mn-lt"/>
              </a:rPr>
              <a:t> testing </a:t>
            </a:r>
            <a:r>
              <a:rPr lang="hu-HU" sz="2100" err="1">
                <a:latin typeface="Arial"/>
                <a:ea typeface="+mn-lt"/>
                <a:cs typeface="+mn-lt"/>
              </a:rPr>
              <a:t>focuses</a:t>
            </a:r>
            <a:r>
              <a:rPr lang="hu-HU" sz="2100" dirty="0">
                <a:latin typeface="Arial"/>
                <a:ea typeface="+mn-lt"/>
                <a:cs typeface="+mn-lt"/>
              </a:rPr>
              <a:t> </a:t>
            </a:r>
            <a:r>
              <a:rPr lang="hu-HU" sz="2100" err="1">
                <a:latin typeface="Arial"/>
                <a:ea typeface="+mn-lt"/>
                <a:cs typeface="+mn-lt"/>
              </a:rPr>
              <a:t>specifically</a:t>
            </a:r>
            <a:r>
              <a:rPr lang="hu-HU" sz="2100" dirty="0">
                <a:latin typeface="Arial"/>
                <a:ea typeface="+mn-lt"/>
                <a:cs typeface="+mn-lt"/>
              </a:rPr>
              <a:t> </a:t>
            </a:r>
            <a:r>
              <a:rPr lang="hu-HU" sz="2100" err="1">
                <a:latin typeface="Arial"/>
                <a:ea typeface="+mn-lt"/>
                <a:cs typeface="+mn-lt"/>
              </a:rPr>
              <a:t>on</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user</a:t>
            </a:r>
            <a:r>
              <a:rPr lang="hu-HU" sz="2100" dirty="0">
                <a:latin typeface="Arial"/>
                <a:ea typeface="+mn-lt"/>
                <a:cs typeface="+mn-lt"/>
              </a:rPr>
              <a:t> </a:t>
            </a:r>
            <a:r>
              <a:rPr lang="hu-HU" sz="2100" err="1">
                <a:latin typeface="Arial"/>
                <a:ea typeface="+mn-lt"/>
                <a:cs typeface="+mn-lt"/>
              </a:rPr>
              <a:t>experience</a:t>
            </a:r>
            <a:r>
              <a:rPr lang="hu-HU" sz="2100" dirty="0">
                <a:latin typeface="Arial"/>
                <a:ea typeface="+mn-lt"/>
                <a:cs typeface="+mn-lt"/>
              </a:rPr>
              <a:t>, </a:t>
            </a:r>
            <a:r>
              <a:rPr lang="hu-HU" sz="2100" err="1">
                <a:latin typeface="Arial"/>
                <a:ea typeface="+mn-lt"/>
                <a:cs typeface="+mn-lt"/>
              </a:rPr>
              <a:t>ensuring</a:t>
            </a:r>
            <a:r>
              <a:rPr lang="hu-HU" sz="2100" dirty="0">
                <a:latin typeface="Arial"/>
                <a:ea typeface="+mn-lt"/>
                <a:cs typeface="+mn-lt"/>
              </a:rPr>
              <a:t> </a:t>
            </a:r>
            <a:r>
              <a:rPr lang="hu-HU" sz="2100" err="1">
                <a:latin typeface="Arial"/>
                <a:ea typeface="+mn-lt"/>
                <a:cs typeface="+mn-lt"/>
              </a:rPr>
              <a:t>that</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a:t>
            </a:r>
            <a:r>
              <a:rPr lang="hu-HU" sz="2100" err="1">
                <a:latin typeface="Arial"/>
                <a:ea typeface="+mn-lt"/>
                <a:cs typeface="+mn-lt"/>
              </a:rPr>
              <a:t>interface</a:t>
            </a:r>
            <a:r>
              <a:rPr lang="hu-HU" sz="2100" dirty="0">
                <a:latin typeface="Arial"/>
                <a:ea typeface="+mn-lt"/>
                <a:cs typeface="+mn-lt"/>
              </a:rPr>
              <a:t> is </a:t>
            </a:r>
            <a:r>
              <a:rPr lang="hu-HU" sz="2100" err="1">
                <a:latin typeface="Arial"/>
                <a:ea typeface="+mn-lt"/>
                <a:cs typeface="+mn-lt"/>
              </a:rPr>
              <a:t>intuitive</a:t>
            </a:r>
            <a:r>
              <a:rPr lang="hu-HU" sz="2100" dirty="0">
                <a:latin typeface="Arial"/>
                <a:ea typeface="+mn-lt"/>
                <a:cs typeface="+mn-lt"/>
              </a:rPr>
              <a:t> and </a:t>
            </a:r>
            <a:r>
              <a:rPr lang="hu-HU" sz="2100" err="1">
                <a:latin typeface="Arial"/>
                <a:ea typeface="+mn-lt"/>
                <a:cs typeface="+mn-lt"/>
              </a:rPr>
              <a:t>efficient</a:t>
            </a:r>
            <a:r>
              <a:rPr lang="hu-HU" sz="2100" dirty="0">
                <a:latin typeface="Arial"/>
                <a:ea typeface="+mn-lt"/>
                <a:cs typeface="+mn-lt"/>
              </a:rPr>
              <a:t>.</a:t>
            </a:r>
            <a:endParaRPr lang="hu-HU" dirty="0">
              <a:latin typeface="Arial"/>
              <a:cs typeface="Arial"/>
            </a:endParaRPr>
          </a:p>
          <a:p>
            <a:pPr marL="0" indent="0">
              <a:buNone/>
            </a:pPr>
            <a:r>
              <a:rPr lang="hu-HU" sz="2100" dirty="0">
                <a:latin typeface="Arial"/>
                <a:ea typeface="+mn-lt"/>
                <a:cs typeface="+mn-lt"/>
              </a:rPr>
              <a:t>Performance: Performance testing </a:t>
            </a:r>
            <a:r>
              <a:rPr lang="hu-HU" sz="2100" err="1">
                <a:latin typeface="Arial"/>
                <a:ea typeface="+mn-lt"/>
                <a:cs typeface="+mn-lt"/>
              </a:rPr>
              <a:t>helps</a:t>
            </a:r>
            <a:r>
              <a:rPr lang="hu-HU" sz="2100" dirty="0">
                <a:latin typeface="Arial"/>
                <a:ea typeface="+mn-lt"/>
                <a:cs typeface="+mn-lt"/>
              </a:rPr>
              <a:t> </a:t>
            </a:r>
            <a:r>
              <a:rPr lang="hu-HU" sz="2100" err="1">
                <a:latin typeface="Arial"/>
                <a:ea typeface="+mn-lt"/>
                <a:cs typeface="+mn-lt"/>
              </a:rPr>
              <a:t>ensure</a:t>
            </a:r>
            <a:r>
              <a:rPr lang="hu-HU" sz="2100" dirty="0">
                <a:latin typeface="Arial"/>
                <a:ea typeface="+mn-lt"/>
                <a:cs typeface="+mn-lt"/>
              </a:rPr>
              <a:t> </a:t>
            </a:r>
            <a:r>
              <a:rPr lang="hu-HU" sz="2100" err="1">
                <a:latin typeface="Arial"/>
                <a:ea typeface="+mn-lt"/>
                <a:cs typeface="+mn-lt"/>
              </a:rPr>
              <a:t>that</a:t>
            </a:r>
            <a:r>
              <a:rPr lang="hu-HU" sz="2100" dirty="0">
                <a:latin typeface="Arial"/>
                <a:ea typeface="+mn-lt"/>
                <a:cs typeface="+mn-lt"/>
              </a:rPr>
              <a:t> </a:t>
            </a:r>
            <a:r>
              <a:rPr lang="hu-HU" sz="2100" err="1">
                <a:latin typeface="Arial"/>
                <a:ea typeface="+mn-lt"/>
                <a:cs typeface="+mn-lt"/>
              </a:rPr>
              <a:t>the</a:t>
            </a:r>
            <a:r>
              <a:rPr lang="hu-HU" sz="2100" dirty="0">
                <a:latin typeface="Arial"/>
                <a:ea typeface="+mn-lt"/>
                <a:cs typeface="+mn-lt"/>
              </a:rPr>
              <a:t> software </a:t>
            </a:r>
            <a:r>
              <a:rPr lang="hu-HU" sz="2100" err="1">
                <a:latin typeface="Arial"/>
                <a:ea typeface="+mn-lt"/>
                <a:cs typeface="+mn-lt"/>
              </a:rPr>
              <a:t>performs</a:t>
            </a:r>
            <a:r>
              <a:rPr lang="hu-HU" sz="2100" dirty="0">
                <a:latin typeface="Arial"/>
                <a:ea typeface="+mn-lt"/>
                <a:cs typeface="+mn-lt"/>
              </a:rPr>
              <a:t> </a:t>
            </a:r>
            <a:r>
              <a:rPr lang="hu-HU" sz="2100" err="1">
                <a:latin typeface="Arial"/>
                <a:ea typeface="+mn-lt"/>
                <a:cs typeface="+mn-lt"/>
              </a:rPr>
              <a:t>well</a:t>
            </a:r>
            <a:r>
              <a:rPr lang="hu-HU" sz="2100" dirty="0">
                <a:latin typeface="Arial"/>
                <a:ea typeface="+mn-lt"/>
                <a:cs typeface="+mn-lt"/>
              </a:rPr>
              <a:t> </a:t>
            </a:r>
            <a:r>
              <a:rPr lang="hu-HU" sz="2100" err="1">
                <a:latin typeface="Arial"/>
                <a:ea typeface="+mn-lt"/>
                <a:cs typeface="+mn-lt"/>
              </a:rPr>
              <a:t>under</a:t>
            </a:r>
            <a:r>
              <a:rPr lang="hu-HU" sz="2100" dirty="0">
                <a:latin typeface="Arial"/>
                <a:ea typeface="+mn-lt"/>
                <a:cs typeface="+mn-lt"/>
              </a:rPr>
              <a:t> </a:t>
            </a:r>
            <a:r>
              <a:rPr lang="hu-HU" sz="2100" err="1">
                <a:latin typeface="Arial"/>
                <a:ea typeface="+mn-lt"/>
                <a:cs typeface="+mn-lt"/>
              </a:rPr>
              <a:t>expected</a:t>
            </a:r>
            <a:r>
              <a:rPr lang="hu-HU" sz="2100" dirty="0">
                <a:latin typeface="Arial"/>
                <a:ea typeface="+mn-lt"/>
                <a:cs typeface="+mn-lt"/>
              </a:rPr>
              <a:t> (and </a:t>
            </a:r>
            <a:r>
              <a:rPr lang="hu-HU" sz="2100" err="1">
                <a:latin typeface="Arial"/>
                <a:ea typeface="+mn-lt"/>
                <a:cs typeface="+mn-lt"/>
              </a:rPr>
              <a:t>unexpected</a:t>
            </a:r>
            <a:r>
              <a:rPr lang="hu-HU" sz="2100" dirty="0">
                <a:latin typeface="Arial"/>
                <a:ea typeface="+mn-lt"/>
                <a:cs typeface="+mn-lt"/>
              </a:rPr>
              <a:t>) </a:t>
            </a:r>
            <a:r>
              <a:rPr lang="hu-HU" sz="2100" err="1">
                <a:latin typeface="Arial"/>
                <a:ea typeface="+mn-lt"/>
                <a:cs typeface="+mn-lt"/>
              </a:rPr>
              <a:t>loads</a:t>
            </a:r>
            <a:r>
              <a:rPr lang="hu-HU" sz="2100" dirty="0">
                <a:latin typeface="Arial"/>
                <a:ea typeface="+mn-lt"/>
                <a:cs typeface="+mn-lt"/>
              </a:rPr>
              <a:t>, </a:t>
            </a:r>
            <a:r>
              <a:rPr lang="hu-HU" sz="2100" err="1">
                <a:latin typeface="Arial"/>
                <a:ea typeface="+mn-lt"/>
                <a:cs typeface="+mn-lt"/>
              </a:rPr>
              <a:t>providing</a:t>
            </a:r>
            <a:r>
              <a:rPr lang="hu-HU" sz="2100" dirty="0">
                <a:latin typeface="Arial"/>
                <a:ea typeface="+mn-lt"/>
                <a:cs typeface="+mn-lt"/>
              </a:rPr>
              <a:t> a </a:t>
            </a:r>
            <a:r>
              <a:rPr lang="hu-HU" sz="2100" err="1">
                <a:latin typeface="Arial"/>
                <a:ea typeface="+mn-lt"/>
                <a:cs typeface="+mn-lt"/>
              </a:rPr>
              <a:t>smooth</a:t>
            </a:r>
            <a:r>
              <a:rPr lang="hu-HU" sz="2100" dirty="0">
                <a:latin typeface="Arial"/>
                <a:ea typeface="+mn-lt"/>
                <a:cs typeface="+mn-lt"/>
              </a:rPr>
              <a:t> </a:t>
            </a:r>
            <a:r>
              <a:rPr lang="hu-HU" sz="2100" err="1">
                <a:latin typeface="Arial"/>
                <a:ea typeface="+mn-lt"/>
                <a:cs typeface="+mn-lt"/>
              </a:rPr>
              <a:t>experience</a:t>
            </a:r>
            <a:r>
              <a:rPr lang="hu-HU" sz="2100" dirty="0">
                <a:latin typeface="Arial"/>
                <a:ea typeface="+mn-lt"/>
                <a:cs typeface="+mn-lt"/>
              </a:rPr>
              <a:t> </a:t>
            </a:r>
            <a:r>
              <a:rPr lang="hu-HU" sz="2100" err="1">
                <a:latin typeface="Arial"/>
                <a:ea typeface="+mn-lt"/>
                <a:cs typeface="+mn-lt"/>
              </a:rPr>
              <a:t>for</a:t>
            </a:r>
            <a:r>
              <a:rPr lang="hu-HU" sz="2100" dirty="0">
                <a:latin typeface="Arial"/>
                <a:ea typeface="+mn-lt"/>
                <a:cs typeface="+mn-lt"/>
              </a:rPr>
              <a:t> </a:t>
            </a:r>
            <a:r>
              <a:rPr lang="hu-HU" sz="2100" err="1">
                <a:latin typeface="Arial"/>
                <a:ea typeface="+mn-lt"/>
                <a:cs typeface="+mn-lt"/>
              </a:rPr>
              <a:t>all</a:t>
            </a:r>
            <a:r>
              <a:rPr lang="hu-HU" sz="2100" dirty="0">
                <a:latin typeface="Arial"/>
                <a:ea typeface="+mn-lt"/>
                <a:cs typeface="+mn-lt"/>
              </a:rPr>
              <a:t> </a:t>
            </a:r>
            <a:r>
              <a:rPr lang="hu-HU" sz="2100" err="1">
                <a:latin typeface="Arial"/>
                <a:ea typeface="+mn-lt"/>
                <a:cs typeface="+mn-lt"/>
              </a:rPr>
              <a:t>users</a:t>
            </a:r>
            <a:r>
              <a:rPr lang="hu-HU" sz="2100" dirty="0">
                <a:latin typeface="Arial"/>
                <a:ea typeface="+mn-lt"/>
                <a:cs typeface="+mn-lt"/>
              </a:rPr>
              <a:t>.</a:t>
            </a:r>
            <a:endParaRPr lang="hu-HU" dirty="0">
              <a:latin typeface="Arial"/>
            </a:endParaRPr>
          </a:p>
        </p:txBody>
      </p:sp>
    </p:spTree>
    <p:extLst>
      <p:ext uri="{BB962C8B-B14F-4D97-AF65-F5344CB8AC3E}">
        <p14:creationId xmlns:p14="http://schemas.microsoft.com/office/powerpoint/2010/main" val="3111014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600CE60-042C-B3C3-F37D-546E1F53639A}"/>
              </a:ext>
            </a:extLst>
          </p:cNvPr>
          <p:cNvSpPr>
            <a:spLocks noGrp="1"/>
          </p:cNvSpPr>
          <p:nvPr>
            <p:ph type="title"/>
          </p:nvPr>
        </p:nvSpPr>
        <p:spPr>
          <a:xfrm>
            <a:off x="941" y="224014"/>
            <a:ext cx="10515600" cy="572971"/>
          </a:xfrm>
        </p:spPr>
        <p:txBody>
          <a:bodyPr>
            <a:normAutofit/>
          </a:bodyPr>
          <a:lstStyle/>
          <a:p>
            <a:r>
              <a:rPr lang="hu-HU" sz="3200" err="1">
                <a:solidFill>
                  <a:schemeClr val="accent1"/>
                </a:solidFill>
                <a:latin typeface="Arial"/>
                <a:cs typeface="Arial"/>
              </a:rPr>
              <a:t>Why</a:t>
            </a:r>
            <a:r>
              <a:rPr lang="hu-HU" sz="3200" dirty="0">
                <a:solidFill>
                  <a:schemeClr val="accent1"/>
                </a:solidFill>
                <a:latin typeface="Arial"/>
                <a:cs typeface="Arial"/>
              </a:rPr>
              <a:t> Python </a:t>
            </a:r>
            <a:r>
              <a:rPr lang="hu-HU" sz="3200" err="1">
                <a:solidFill>
                  <a:schemeClr val="accent1"/>
                </a:solidFill>
                <a:latin typeface="Arial"/>
                <a:cs typeface="Arial"/>
              </a:rPr>
              <a:t>for</a:t>
            </a:r>
            <a:r>
              <a:rPr lang="hu-HU" sz="3200" dirty="0">
                <a:solidFill>
                  <a:schemeClr val="accent1"/>
                </a:solidFill>
                <a:latin typeface="Arial"/>
                <a:cs typeface="Arial"/>
              </a:rPr>
              <a:t> testing?</a:t>
            </a:r>
          </a:p>
        </p:txBody>
      </p:sp>
      <p:sp>
        <p:nvSpPr>
          <p:cNvPr id="3" name="Tartalom helye 2">
            <a:extLst>
              <a:ext uri="{FF2B5EF4-FFF2-40B4-BE49-F238E27FC236}">
                <a16:creationId xmlns:a16="http://schemas.microsoft.com/office/drawing/2014/main" id="{40959BEA-F0CD-AB91-50D9-51368A589B30}"/>
              </a:ext>
            </a:extLst>
          </p:cNvPr>
          <p:cNvSpPr>
            <a:spLocks noGrp="1"/>
          </p:cNvSpPr>
          <p:nvPr>
            <p:ph idx="1"/>
          </p:nvPr>
        </p:nvSpPr>
        <p:spPr>
          <a:xfrm>
            <a:off x="941" y="800218"/>
            <a:ext cx="12190118" cy="6054078"/>
          </a:xfrm>
        </p:spPr>
        <p:txBody>
          <a:bodyPr vert="horz" lIns="91440" tIns="45720" rIns="91440" bIns="45720" rtlCol="0" anchor="t">
            <a:normAutofit/>
          </a:bodyPr>
          <a:lstStyle/>
          <a:p>
            <a:pPr marL="0" indent="0">
              <a:buNone/>
            </a:pPr>
            <a:r>
              <a:rPr lang="hu-HU" sz="2100" dirty="0">
                <a:latin typeface="Arial"/>
                <a:ea typeface="+mn-lt"/>
                <a:cs typeface="+mn-lt"/>
              </a:rPr>
              <a:t>Python is a </a:t>
            </a:r>
            <a:r>
              <a:rPr lang="hu-HU" sz="2100" dirty="0" err="1">
                <a:latin typeface="Arial"/>
                <a:ea typeface="+mn-lt"/>
                <a:cs typeface="+mn-lt"/>
              </a:rPr>
              <a:t>popular</a:t>
            </a:r>
            <a:r>
              <a:rPr lang="hu-HU" sz="2100" dirty="0">
                <a:latin typeface="Arial"/>
                <a:ea typeface="+mn-lt"/>
                <a:cs typeface="+mn-lt"/>
              </a:rPr>
              <a:t> </a:t>
            </a:r>
            <a:r>
              <a:rPr lang="hu-HU" sz="2100" dirty="0" err="1">
                <a:latin typeface="Arial"/>
                <a:ea typeface="+mn-lt"/>
                <a:cs typeface="+mn-lt"/>
              </a:rPr>
              <a:t>choice</a:t>
            </a:r>
            <a:r>
              <a:rPr lang="hu-HU" sz="2100" dirty="0">
                <a:latin typeface="Arial"/>
                <a:ea typeface="+mn-lt"/>
                <a:cs typeface="+mn-lt"/>
              </a:rPr>
              <a:t> </a:t>
            </a:r>
            <a:r>
              <a:rPr lang="hu-HU" sz="2100" dirty="0" err="1">
                <a:latin typeface="Arial"/>
                <a:ea typeface="+mn-lt"/>
                <a:cs typeface="+mn-lt"/>
              </a:rPr>
              <a:t>for</a:t>
            </a:r>
            <a:r>
              <a:rPr lang="hu-HU" sz="2100" dirty="0">
                <a:latin typeface="Arial"/>
                <a:ea typeface="+mn-lt"/>
                <a:cs typeface="+mn-lt"/>
              </a:rPr>
              <a:t> testing in software </a:t>
            </a:r>
            <a:r>
              <a:rPr lang="hu-HU" sz="2100" dirty="0" err="1">
                <a:latin typeface="Arial"/>
                <a:ea typeface="+mn-lt"/>
                <a:cs typeface="+mn-lt"/>
              </a:rPr>
              <a:t>development</a:t>
            </a:r>
            <a:r>
              <a:rPr lang="hu-HU" sz="2100" dirty="0">
                <a:latin typeface="Arial"/>
                <a:ea typeface="+mn-lt"/>
                <a:cs typeface="+mn-lt"/>
              </a:rPr>
              <a:t> </a:t>
            </a:r>
            <a:r>
              <a:rPr lang="hu-HU" sz="2100" dirty="0" err="1">
                <a:latin typeface="Arial"/>
                <a:ea typeface="+mn-lt"/>
                <a:cs typeface="+mn-lt"/>
              </a:rPr>
              <a:t>for</a:t>
            </a:r>
            <a:r>
              <a:rPr lang="hu-HU" sz="2100" dirty="0">
                <a:latin typeface="Arial"/>
                <a:ea typeface="+mn-lt"/>
                <a:cs typeface="+mn-lt"/>
              </a:rPr>
              <a:t> </a:t>
            </a:r>
            <a:r>
              <a:rPr lang="hu-HU" sz="2100" dirty="0" err="1">
                <a:latin typeface="Arial"/>
                <a:ea typeface="+mn-lt"/>
                <a:cs typeface="+mn-lt"/>
              </a:rPr>
              <a:t>several</a:t>
            </a:r>
            <a:r>
              <a:rPr lang="hu-HU" sz="2100" dirty="0">
                <a:latin typeface="Arial"/>
                <a:ea typeface="+mn-lt"/>
                <a:cs typeface="+mn-lt"/>
              </a:rPr>
              <a:t> </a:t>
            </a:r>
            <a:r>
              <a:rPr lang="hu-HU" sz="2100" dirty="0" err="1">
                <a:latin typeface="Arial"/>
                <a:ea typeface="+mn-lt"/>
                <a:cs typeface="+mn-lt"/>
              </a:rPr>
              <a:t>compelling</a:t>
            </a:r>
            <a:r>
              <a:rPr lang="hu-HU" sz="2100" dirty="0">
                <a:latin typeface="Arial"/>
                <a:ea typeface="+mn-lt"/>
                <a:cs typeface="+mn-lt"/>
              </a:rPr>
              <a:t> </a:t>
            </a:r>
            <a:r>
              <a:rPr lang="hu-HU" sz="2100" dirty="0" err="1">
                <a:latin typeface="Arial"/>
                <a:ea typeface="+mn-lt"/>
                <a:cs typeface="+mn-lt"/>
              </a:rPr>
              <a:t>reasons</a:t>
            </a:r>
            <a:r>
              <a:rPr lang="hu-HU" sz="2100" dirty="0">
                <a:latin typeface="Arial"/>
                <a:ea typeface="+mn-lt"/>
                <a:cs typeface="+mn-lt"/>
              </a:rPr>
              <a:t>:</a:t>
            </a:r>
            <a:endParaRPr lang="hu-HU" sz="2100" dirty="0">
              <a:latin typeface="Arial"/>
            </a:endParaRPr>
          </a:p>
          <a:p>
            <a:pPr marL="0" indent="0">
              <a:buNone/>
            </a:pPr>
            <a:r>
              <a:rPr lang="hu-HU" sz="2100" b="1" dirty="0">
                <a:latin typeface="Arial"/>
                <a:ea typeface="+mn-lt"/>
                <a:cs typeface="+mn-lt"/>
              </a:rPr>
              <a:t>1. </a:t>
            </a:r>
            <a:r>
              <a:rPr lang="hu-HU" sz="2100" b="1" dirty="0" err="1">
                <a:latin typeface="Arial"/>
                <a:ea typeface="+mn-lt"/>
                <a:cs typeface="+mn-lt"/>
              </a:rPr>
              <a:t>Readability</a:t>
            </a:r>
            <a:r>
              <a:rPr lang="hu-HU" sz="2100" b="1" dirty="0">
                <a:latin typeface="Arial"/>
                <a:ea typeface="+mn-lt"/>
                <a:cs typeface="+mn-lt"/>
              </a:rPr>
              <a:t> and </a:t>
            </a:r>
            <a:r>
              <a:rPr lang="hu-HU" sz="2100" b="1" dirty="0" err="1">
                <a:latin typeface="Arial"/>
                <a:ea typeface="+mn-lt"/>
                <a:cs typeface="+mn-lt"/>
              </a:rPr>
              <a:t>Simplicity</a:t>
            </a:r>
            <a:r>
              <a:rPr lang="hu-HU" sz="2100" b="1" dirty="0">
                <a:latin typeface="Arial"/>
                <a:ea typeface="+mn-lt"/>
                <a:cs typeface="+mn-lt"/>
              </a:rPr>
              <a:t>:</a:t>
            </a:r>
            <a:endParaRPr lang="hu-HU" sz="2100" b="1" dirty="0" err="1">
              <a:latin typeface="Arial"/>
              <a:cs typeface="Arial"/>
            </a:endParaRPr>
          </a:p>
          <a:p>
            <a:pPr marL="0" indent="0">
              <a:buNone/>
            </a:pPr>
            <a:r>
              <a:rPr lang="hu-HU" sz="2100" dirty="0" err="1">
                <a:latin typeface="Arial"/>
                <a:ea typeface="+mn-lt"/>
                <a:cs typeface="+mn-lt"/>
              </a:rPr>
              <a:t>Clear</a:t>
            </a:r>
            <a:r>
              <a:rPr lang="hu-HU" sz="2100" dirty="0">
                <a:latin typeface="Arial"/>
                <a:ea typeface="+mn-lt"/>
                <a:cs typeface="+mn-lt"/>
              </a:rPr>
              <a:t> </a:t>
            </a:r>
            <a:r>
              <a:rPr lang="hu-HU" sz="2100" dirty="0" err="1">
                <a:latin typeface="Arial"/>
                <a:ea typeface="+mn-lt"/>
                <a:cs typeface="+mn-lt"/>
              </a:rPr>
              <a:t>Syntax</a:t>
            </a:r>
            <a:r>
              <a:rPr lang="hu-HU" sz="2100" dirty="0">
                <a:latin typeface="Arial"/>
                <a:ea typeface="+mn-lt"/>
                <a:cs typeface="+mn-lt"/>
              </a:rPr>
              <a:t>: </a:t>
            </a:r>
            <a:r>
              <a:rPr lang="hu-HU" sz="2100" dirty="0" err="1">
                <a:latin typeface="Arial"/>
                <a:ea typeface="+mn-lt"/>
                <a:cs typeface="+mn-lt"/>
              </a:rPr>
              <a:t>Python's</a:t>
            </a:r>
            <a:r>
              <a:rPr lang="hu-HU" sz="2100" dirty="0">
                <a:latin typeface="Arial"/>
                <a:ea typeface="+mn-lt"/>
                <a:cs typeface="+mn-lt"/>
              </a:rPr>
              <a:t> </a:t>
            </a:r>
            <a:r>
              <a:rPr lang="hu-HU" sz="2100" dirty="0" err="1">
                <a:latin typeface="Arial"/>
                <a:ea typeface="+mn-lt"/>
                <a:cs typeface="+mn-lt"/>
              </a:rPr>
              <a:t>clean</a:t>
            </a:r>
            <a:r>
              <a:rPr lang="hu-HU" sz="2100" dirty="0">
                <a:latin typeface="Arial"/>
                <a:ea typeface="+mn-lt"/>
                <a:cs typeface="+mn-lt"/>
              </a:rPr>
              <a:t> and </a:t>
            </a:r>
            <a:r>
              <a:rPr lang="hu-HU" sz="2100" dirty="0" err="1">
                <a:latin typeface="Arial"/>
                <a:ea typeface="+mn-lt"/>
                <a:cs typeface="+mn-lt"/>
              </a:rPr>
              <a:t>readable</a:t>
            </a:r>
            <a:r>
              <a:rPr lang="hu-HU" sz="2100" dirty="0">
                <a:latin typeface="Arial"/>
                <a:ea typeface="+mn-lt"/>
                <a:cs typeface="+mn-lt"/>
              </a:rPr>
              <a:t> </a:t>
            </a:r>
            <a:r>
              <a:rPr lang="hu-HU" sz="2100" dirty="0" err="1">
                <a:latin typeface="Arial"/>
                <a:ea typeface="+mn-lt"/>
                <a:cs typeface="+mn-lt"/>
              </a:rPr>
              <a:t>syntax</a:t>
            </a:r>
            <a:r>
              <a:rPr lang="hu-HU" sz="2100" dirty="0">
                <a:latin typeface="Arial"/>
                <a:ea typeface="+mn-lt"/>
                <a:cs typeface="+mn-lt"/>
              </a:rPr>
              <a:t> </a:t>
            </a:r>
            <a:r>
              <a:rPr lang="hu-HU" sz="2100" dirty="0" err="1">
                <a:latin typeface="Arial"/>
                <a:ea typeface="+mn-lt"/>
                <a:cs typeface="+mn-lt"/>
              </a:rPr>
              <a:t>makes</a:t>
            </a:r>
            <a:r>
              <a:rPr lang="hu-HU" sz="2100" dirty="0">
                <a:latin typeface="Arial"/>
                <a:ea typeface="+mn-lt"/>
                <a:cs typeface="+mn-lt"/>
              </a:rPr>
              <a:t> </a:t>
            </a:r>
            <a:r>
              <a:rPr lang="hu-HU" sz="2100" dirty="0" err="1">
                <a:latin typeface="Arial"/>
                <a:ea typeface="+mn-lt"/>
                <a:cs typeface="+mn-lt"/>
              </a:rPr>
              <a:t>it</a:t>
            </a:r>
            <a:r>
              <a:rPr lang="hu-HU" sz="2100" dirty="0">
                <a:latin typeface="Arial"/>
                <a:ea typeface="+mn-lt"/>
                <a:cs typeface="+mn-lt"/>
              </a:rPr>
              <a:t> </a:t>
            </a:r>
            <a:r>
              <a:rPr lang="hu-HU" sz="2100" dirty="0" err="1">
                <a:latin typeface="Arial"/>
                <a:ea typeface="+mn-lt"/>
                <a:cs typeface="+mn-lt"/>
              </a:rPr>
              <a:t>easy</a:t>
            </a:r>
            <a:r>
              <a:rPr lang="hu-HU" sz="2100" dirty="0">
                <a:latin typeface="Arial"/>
                <a:ea typeface="+mn-lt"/>
                <a:cs typeface="+mn-lt"/>
              </a:rPr>
              <a: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write</a:t>
            </a:r>
            <a:r>
              <a:rPr lang="hu-HU" sz="2100" dirty="0">
                <a:latin typeface="Arial"/>
                <a:ea typeface="+mn-lt"/>
                <a:cs typeface="+mn-lt"/>
              </a:rPr>
              <a:t>, </a:t>
            </a:r>
            <a:r>
              <a:rPr lang="hu-HU" sz="2100" dirty="0" err="1">
                <a:latin typeface="Arial"/>
                <a:ea typeface="+mn-lt"/>
                <a:cs typeface="+mn-lt"/>
              </a:rPr>
              <a:t>understand</a:t>
            </a:r>
            <a:r>
              <a:rPr lang="hu-HU" sz="2100" dirty="0">
                <a:latin typeface="Arial"/>
                <a:ea typeface="+mn-lt"/>
                <a:cs typeface="+mn-lt"/>
              </a:rPr>
              <a:t>, and </a:t>
            </a:r>
            <a:r>
              <a:rPr lang="hu-HU" sz="2100" dirty="0" err="1">
                <a:latin typeface="Arial"/>
                <a:ea typeface="+mn-lt"/>
                <a:cs typeface="+mn-lt"/>
              </a:rPr>
              <a:t>maintain</a:t>
            </a:r>
            <a:r>
              <a:rPr lang="hu-HU" sz="2100" dirty="0">
                <a:latin typeface="Arial"/>
                <a:ea typeface="+mn-lt"/>
                <a:cs typeface="+mn-lt"/>
              </a:rPr>
              <a:t> test scripts. </a:t>
            </a:r>
            <a:r>
              <a:rPr lang="hu-HU" sz="2100" dirty="0" err="1">
                <a:latin typeface="Arial"/>
                <a:ea typeface="+mn-lt"/>
                <a:cs typeface="+mn-lt"/>
              </a:rPr>
              <a:t>This</a:t>
            </a:r>
            <a:r>
              <a:rPr lang="hu-HU" sz="2100" dirty="0">
                <a:latin typeface="Arial"/>
                <a:ea typeface="+mn-lt"/>
                <a:cs typeface="+mn-lt"/>
              </a:rPr>
              <a:t> is </a:t>
            </a:r>
            <a:r>
              <a:rPr lang="hu-HU" sz="2100" dirty="0" err="1">
                <a:latin typeface="Arial"/>
                <a:ea typeface="+mn-lt"/>
                <a:cs typeface="+mn-lt"/>
              </a:rPr>
              <a:t>particularly</a:t>
            </a:r>
            <a:r>
              <a:rPr lang="hu-HU" sz="2100" dirty="0">
                <a:latin typeface="Arial"/>
                <a:ea typeface="+mn-lt"/>
                <a:cs typeface="+mn-lt"/>
              </a:rPr>
              <a:t> </a:t>
            </a:r>
            <a:r>
              <a:rPr lang="hu-HU" sz="2100" dirty="0" err="1">
                <a:latin typeface="Arial"/>
                <a:ea typeface="+mn-lt"/>
                <a:cs typeface="+mn-lt"/>
              </a:rPr>
              <a:t>important</a:t>
            </a:r>
            <a:r>
              <a:rPr lang="hu-HU" sz="2100" dirty="0">
                <a:latin typeface="Arial"/>
                <a:ea typeface="+mn-lt"/>
                <a:cs typeface="+mn-lt"/>
              </a:rPr>
              <a:t> in testing, </a:t>
            </a:r>
            <a:r>
              <a:rPr lang="hu-HU" sz="2100" dirty="0" err="1">
                <a:latin typeface="Arial"/>
                <a:ea typeface="+mn-lt"/>
                <a:cs typeface="+mn-lt"/>
              </a:rPr>
              <a:t>where</a:t>
            </a:r>
            <a:r>
              <a:rPr lang="hu-HU" sz="2100" dirty="0">
                <a:latin typeface="Arial"/>
                <a:ea typeface="+mn-lt"/>
                <a:cs typeface="+mn-lt"/>
              </a:rPr>
              <a:t> </a:t>
            </a:r>
            <a:r>
              <a:rPr lang="hu-HU" sz="2100" dirty="0" err="1">
                <a:latin typeface="Arial"/>
                <a:ea typeface="+mn-lt"/>
                <a:cs typeface="+mn-lt"/>
              </a:rPr>
              <a:t>clarity</a:t>
            </a:r>
            <a:r>
              <a:rPr lang="hu-HU" sz="2100" dirty="0">
                <a:latin typeface="Arial"/>
                <a:ea typeface="+mn-lt"/>
                <a:cs typeface="+mn-lt"/>
              </a:rPr>
              <a:t> and </a:t>
            </a:r>
            <a:r>
              <a:rPr lang="hu-HU" sz="2100" dirty="0" err="1">
                <a:latin typeface="Arial"/>
                <a:ea typeface="+mn-lt"/>
                <a:cs typeface="+mn-lt"/>
              </a:rPr>
              <a:t>precision</a:t>
            </a:r>
            <a:r>
              <a:rPr lang="hu-HU" sz="2100" dirty="0">
                <a:latin typeface="Arial"/>
                <a:ea typeface="+mn-lt"/>
                <a:cs typeface="+mn-lt"/>
              </a:rPr>
              <a:t> </a:t>
            </a:r>
            <a:r>
              <a:rPr lang="hu-HU" sz="2100" dirty="0" err="1">
                <a:latin typeface="Arial"/>
                <a:ea typeface="+mn-lt"/>
                <a:cs typeface="+mn-lt"/>
              </a:rPr>
              <a:t>are</a:t>
            </a:r>
            <a:r>
              <a:rPr lang="hu-HU" sz="2100" dirty="0">
                <a:latin typeface="Arial"/>
                <a:ea typeface="+mn-lt"/>
                <a:cs typeface="+mn-lt"/>
              </a:rPr>
              <a:t> </a:t>
            </a:r>
            <a:r>
              <a:rPr lang="hu-HU" sz="2100" dirty="0" err="1">
                <a:latin typeface="Arial"/>
                <a:ea typeface="+mn-lt"/>
                <a:cs typeface="+mn-lt"/>
              </a:rPr>
              <a:t>crucial</a:t>
            </a:r>
            <a:r>
              <a:rPr lang="hu-HU" sz="2100" dirty="0">
                <a:latin typeface="Arial"/>
                <a:ea typeface="+mn-lt"/>
                <a:cs typeface="+mn-lt"/>
              </a:rPr>
              <a:t>.</a:t>
            </a:r>
            <a:endParaRPr lang="hu-HU" sz="2100" dirty="0">
              <a:latin typeface="Arial"/>
              <a:cs typeface="Arial"/>
            </a:endParaRPr>
          </a:p>
          <a:p>
            <a:pPr marL="0" indent="0">
              <a:buNone/>
            </a:pPr>
            <a:r>
              <a:rPr lang="hu-HU" sz="2100" dirty="0" err="1">
                <a:latin typeface="Arial"/>
                <a:ea typeface="+mn-lt"/>
                <a:cs typeface="+mn-lt"/>
              </a:rPr>
              <a:t>Minimal</a:t>
            </a:r>
            <a:r>
              <a:rPr lang="hu-HU" sz="2100" dirty="0">
                <a:latin typeface="Arial"/>
                <a:ea typeface="+mn-lt"/>
                <a:cs typeface="+mn-lt"/>
              </a:rPr>
              <a:t> </a:t>
            </a:r>
            <a:r>
              <a:rPr lang="hu-HU" sz="2100" dirty="0" err="1">
                <a:latin typeface="Arial"/>
                <a:ea typeface="+mn-lt"/>
                <a:cs typeface="+mn-lt"/>
              </a:rPr>
              <a:t>Boilerplate</a:t>
            </a:r>
            <a:r>
              <a:rPr lang="hu-HU" sz="2100" dirty="0">
                <a:latin typeface="Arial"/>
                <a:ea typeface="+mn-lt"/>
                <a:cs typeface="+mn-lt"/>
              </a:rPr>
              <a:t>: Python </a:t>
            </a:r>
            <a:r>
              <a:rPr lang="hu-HU" sz="2100" dirty="0" err="1">
                <a:latin typeface="Arial"/>
                <a:ea typeface="+mn-lt"/>
                <a:cs typeface="+mn-lt"/>
              </a:rPr>
              <a:t>requires</a:t>
            </a:r>
            <a:r>
              <a:rPr lang="hu-HU" sz="2100" dirty="0">
                <a:latin typeface="Arial"/>
                <a:ea typeface="+mn-lt"/>
                <a:cs typeface="+mn-lt"/>
              </a:rPr>
              <a:t> less </a:t>
            </a:r>
            <a:r>
              <a:rPr lang="hu-HU" sz="2100" dirty="0" err="1">
                <a:latin typeface="Arial"/>
                <a:ea typeface="+mn-lt"/>
                <a:cs typeface="+mn-lt"/>
              </a:rPr>
              <a:t>boilerplate</a:t>
            </a:r>
            <a:r>
              <a:rPr lang="hu-HU" sz="2100" dirty="0">
                <a:latin typeface="Arial"/>
                <a:ea typeface="+mn-lt"/>
                <a:cs typeface="+mn-lt"/>
              </a:rPr>
              <a:t> </a:t>
            </a:r>
            <a:r>
              <a:rPr lang="hu-HU" sz="2100" dirty="0" err="1">
                <a:latin typeface="Arial"/>
                <a:ea typeface="+mn-lt"/>
                <a:cs typeface="+mn-lt"/>
              </a:rPr>
              <a:t>code</a:t>
            </a:r>
            <a:r>
              <a:rPr lang="hu-HU" sz="2100" dirty="0">
                <a:latin typeface="Arial"/>
                <a:ea typeface="+mn-lt"/>
                <a:cs typeface="+mn-lt"/>
              </a:rPr>
              <a:t> </a:t>
            </a:r>
            <a:r>
              <a:rPr lang="hu-HU" sz="2100" dirty="0" err="1">
                <a:latin typeface="Arial"/>
                <a:ea typeface="+mn-lt"/>
                <a:cs typeface="+mn-lt"/>
              </a:rPr>
              <a:t>compared</a:t>
            </a:r>
            <a:r>
              <a:rPr lang="hu-HU" sz="2100" dirty="0">
                <a:latin typeface="Arial"/>
                <a:ea typeface="+mn-lt"/>
                <a:cs typeface="+mn-lt"/>
              </a:rPr>
              <a: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other</a:t>
            </a:r>
            <a:r>
              <a:rPr lang="hu-HU" sz="2100" dirty="0">
                <a:latin typeface="Arial"/>
                <a:ea typeface="+mn-lt"/>
                <a:cs typeface="+mn-lt"/>
              </a:rPr>
              <a:t> </a:t>
            </a:r>
            <a:r>
              <a:rPr lang="hu-HU" sz="2100" dirty="0" err="1">
                <a:latin typeface="Arial"/>
                <a:ea typeface="+mn-lt"/>
                <a:cs typeface="+mn-lt"/>
              </a:rPr>
              <a:t>languages</a:t>
            </a:r>
            <a:r>
              <a:rPr lang="hu-HU" sz="2100" dirty="0">
                <a:latin typeface="Arial"/>
                <a:ea typeface="+mn-lt"/>
                <a:cs typeface="+mn-lt"/>
              </a:rPr>
              <a:t>, </a:t>
            </a:r>
            <a:r>
              <a:rPr lang="hu-HU" sz="2100" dirty="0" err="1">
                <a:latin typeface="Arial"/>
                <a:ea typeface="+mn-lt"/>
                <a:cs typeface="+mn-lt"/>
              </a:rPr>
              <a:t>allowing</a:t>
            </a:r>
            <a:r>
              <a:rPr lang="hu-HU" sz="2100" dirty="0">
                <a:latin typeface="Arial"/>
                <a:ea typeface="+mn-lt"/>
                <a:cs typeface="+mn-lt"/>
              </a:rPr>
              <a:t> </a:t>
            </a:r>
            <a:r>
              <a:rPr lang="hu-HU" sz="2100" dirty="0" err="1">
                <a:latin typeface="Arial"/>
                <a:ea typeface="+mn-lt"/>
                <a:cs typeface="+mn-lt"/>
              </a:rPr>
              <a:t>testers</a:t>
            </a:r>
            <a:r>
              <a:rPr lang="hu-HU" sz="2100" dirty="0">
                <a:latin typeface="Arial"/>
                <a:ea typeface="+mn-lt"/>
                <a:cs typeface="+mn-lt"/>
              </a:rPr>
              <a: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focus</a:t>
            </a:r>
            <a:r>
              <a:rPr lang="hu-HU" sz="2100" dirty="0">
                <a:latin typeface="Arial"/>
                <a:ea typeface="+mn-lt"/>
                <a:cs typeface="+mn-lt"/>
              </a:rPr>
              <a:t> more </a:t>
            </a:r>
            <a:r>
              <a:rPr lang="hu-HU" sz="2100" dirty="0" err="1">
                <a:latin typeface="Arial"/>
                <a:ea typeface="+mn-lt"/>
                <a:cs typeface="+mn-lt"/>
              </a:rPr>
              <a:t>on</a:t>
            </a:r>
            <a:r>
              <a:rPr lang="hu-HU" sz="2100" dirty="0">
                <a:latin typeface="Arial"/>
                <a:ea typeface="+mn-lt"/>
                <a:cs typeface="+mn-lt"/>
              </a:rPr>
              <a:t> </a:t>
            </a:r>
            <a:r>
              <a:rPr lang="hu-HU" sz="2100" dirty="0" err="1">
                <a:latin typeface="Arial"/>
                <a:ea typeface="+mn-lt"/>
                <a:cs typeface="+mn-lt"/>
              </a:rPr>
              <a:t>the</a:t>
            </a:r>
            <a:r>
              <a:rPr lang="hu-HU" sz="2100" dirty="0">
                <a:latin typeface="Arial"/>
                <a:ea typeface="+mn-lt"/>
                <a:cs typeface="+mn-lt"/>
              </a:rPr>
              <a:t> </a:t>
            </a:r>
            <a:r>
              <a:rPr lang="hu-HU" sz="2100" dirty="0" err="1">
                <a:latin typeface="Arial"/>
                <a:ea typeface="+mn-lt"/>
                <a:cs typeface="+mn-lt"/>
              </a:rPr>
              <a:t>logic</a:t>
            </a:r>
            <a:r>
              <a:rPr lang="hu-HU" sz="2100" dirty="0">
                <a:latin typeface="Arial"/>
                <a:ea typeface="+mn-lt"/>
                <a:cs typeface="+mn-lt"/>
              </a:rPr>
              <a:t> of </a:t>
            </a:r>
            <a:r>
              <a:rPr lang="hu-HU" sz="2100" dirty="0" err="1">
                <a:latin typeface="Arial"/>
                <a:ea typeface="+mn-lt"/>
                <a:cs typeface="+mn-lt"/>
              </a:rPr>
              <a:t>the</a:t>
            </a:r>
            <a:r>
              <a:rPr lang="hu-HU" sz="2100" dirty="0">
                <a:latin typeface="Arial"/>
                <a:ea typeface="+mn-lt"/>
                <a:cs typeface="+mn-lt"/>
              </a:rPr>
              <a:t> </a:t>
            </a:r>
            <a:r>
              <a:rPr lang="hu-HU" sz="2100" dirty="0" err="1">
                <a:latin typeface="Arial"/>
                <a:ea typeface="+mn-lt"/>
                <a:cs typeface="+mn-lt"/>
              </a:rPr>
              <a:t>tests</a:t>
            </a:r>
            <a:r>
              <a:rPr lang="hu-HU" sz="2100" dirty="0">
                <a:latin typeface="Arial"/>
                <a:ea typeface="+mn-lt"/>
                <a:cs typeface="+mn-lt"/>
              </a:rPr>
              <a:t> </a:t>
            </a:r>
            <a:r>
              <a:rPr lang="hu-HU" sz="2100" dirty="0" err="1">
                <a:latin typeface="Arial"/>
                <a:ea typeface="+mn-lt"/>
                <a:cs typeface="+mn-lt"/>
              </a:rPr>
              <a:t>rather</a:t>
            </a:r>
            <a:r>
              <a:rPr lang="hu-HU" sz="2100" dirty="0">
                <a:latin typeface="Arial"/>
                <a:ea typeface="+mn-lt"/>
                <a:cs typeface="+mn-lt"/>
              </a:rPr>
              <a:t> </a:t>
            </a:r>
            <a:r>
              <a:rPr lang="hu-HU" sz="2100" dirty="0" err="1">
                <a:latin typeface="Arial"/>
                <a:ea typeface="+mn-lt"/>
                <a:cs typeface="+mn-lt"/>
              </a:rPr>
              <a:t>than</a:t>
            </a:r>
            <a:r>
              <a:rPr lang="hu-HU" sz="2100" dirty="0">
                <a:latin typeface="Arial"/>
                <a:ea typeface="+mn-lt"/>
                <a:cs typeface="+mn-lt"/>
              </a:rPr>
              <a:t> </a:t>
            </a:r>
            <a:r>
              <a:rPr lang="hu-HU" sz="2100" dirty="0" err="1">
                <a:latin typeface="Arial"/>
                <a:ea typeface="+mn-lt"/>
                <a:cs typeface="+mn-lt"/>
              </a:rPr>
              <a:t>on</a:t>
            </a:r>
            <a:r>
              <a:rPr lang="hu-HU" sz="2100" dirty="0">
                <a:latin typeface="Arial"/>
                <a:ea typeface="+mn-lt"/>
                <a:cs typeface="+mn-lt"/>
              </a:rPr>
              <a:t> </a:t>
            </a:r>
            <a:r>
              <a:rPr lang="hu-HU" sz="2100" dirty="0" err="1">
                <a:latin typeface="Arial"/>
                <a:ea typeface="+mn-lt"/>
                <a:cs typeface="+mn-lt"/>
              </a:rPr>
              <a:t>the</a:t>
            </a:r>
            <a:r>
              <a:rPr lang="hu-HU" sz="2100" dirty="0">
                <a:latin typeface="Arial"/>
                <a:ea typeface="+mn-lt"/>
                <a:cs typeface="+mn-lt"/>
              </a:rPr>
              <a:t> </a:t>
            </a:r>
            <a:r>
              <a:rPr lang="hu-HU" sz="2100" dirty="0" err="1">
                <a:latin typeface="Arial"/>
                <a:ea typeface="+mn-lt"/>
                <a:cs typeface="+mn-lt"/>
              </a:rPr>
              <a:t>syntax</a:t>
            </a:r>
            <a:r>
              <a:rPr lang="hu-HU" sz="2100" dirty="0">
                <a:latin typeface="Arial"/>
                <a:ea typeface="+mn-lt"/>
                <a:cs typeface="+mn-lt"/>
              </a:rPr>
              <a:t>.</a:t>
            </a:r>
            <a:endParaRPr lang="hu-HU" sz="2100" dirty="0">
              <a:latin typeface="Arial"/>
              <a:cs typeface="Arial"/>
            </a:endParaRPr>
          </a:p>
          <a:p>
            <a:pPr marL="0" indent="0">
              <a:buNone/>
            </a:pPr>
            <a:endParaRPr lang="hu-HU" sz="2100" dirty="0">
              <a:latin typeface="Arial"/>
              <a:ea typeface="+mn-lt"/>
              <a:cs typeface="+mn-lt"/>
            </a:endParaRPr>
          </a:p>
          <a:p>
            <a:pPr marL="0" indent="0">
              <a:buNone/>
            </a:pPr>
            <a:r>
              <a:rPr lang="hu-HU" sz="2100" b="1" dirty="0">
                <a:latin typeface="Arial"/>
                <a:ea typeface="+mn-lt"/>
                <a:cs typeface="+mn-lt"/>
              </a:rPr>
              <a:t>2. Rich </a:t>
            </a:r>
            <a:r>
              <a:rPr lang="hu-HU" sz="2100" b="1" dirty="0" err="1">
                <a:latin typeface="Arial"/>
                <a:ea typeface="+mn-lt"/>
                <a:cs typeface="+mn-lt"/>
              </a:rPr>
              <a:t>Ecosystem</a:t>
            </a:r>
            <a:r>
              <a:rPr lang="hu-HU" sz="2100" b="1" dirty="0">
                <a:latin typeface="Arial"/>
                <a:ea typeface="+mn-lt"/>
                <a:cs typeface="+mn-lt"/>
              </a:rPr>
              <a:t> of Testing </a:t>
            </a:r>
            <a:r>
              <a:rPr lang="hu-HU" sz="2100" b="1" dirty="0" err="1">
                <a:latin typeface="Arial"/>
                <a:ea typeface="+mn-lt"/>
                <a:cs typeface="+mn-lt"/>
              </a:rPr>
              <a:t>Frameworks</a:t>
            </a:r>
            <a:r>
              <a:rPr lang="hu-HU" sz="2100" b="1" dirty="0">
                <a:latin typeface="Arial"/>
                <a:ea typeface="+mn-lt"/>
                <a:cs typeface="+mn-lt"/>
              </a:rPr>
              <a:t>:</a:t>
            </a:r>
            <a:endParaRPr lang="hu-HU" sz="2100" b="1" dirty="0">
              <a:latin typeface="Arial"/>
              <a:cs typeface="Arial"/>
            </a:endParaRPr>
          </a:p>
          <a:p>
            <a:pPr marL="0" indent="0">
              <a:buNone/>
            </a:pPr>
            <a:r>
              <a:rPr lang="hu-HU" sz="2100" dirty="0">
                <a:latin typeface="Arial"/>
                <a:ea typeface="+mn-lt"/>
                <a:cs typeface="+mn-lt"/>
              </a:rPr>
              <a:t>unittest: Python </a:t>
            </a:r>
            <a:r>
              <a:rPr lang="hu-HU" sz="2100" dirty="0" err="1">
                <a:latin typeface="Arial"/>
                <a:ea typeface="+mn-lt"/>
                <a:cs typeface="+mn-lt"/>
              </a:rPr>
              <a:t>comes</a:t>
            </a:r>
            <a:r>
              <a:rPr lang="hu-HU" sz="2100" dirty="0">
                <a:latin typeface="Arial"/>
                <a:ea typeface="+mn-lt"/>
                <a:cs typeface="+mn-lt"/>
              </a:rPr>
              <a:t> </a:t>
            </a:r>
            <a:r>
              <a:rPr lang="hu-HU" sz="2100" dirty="0" err="1">
                <a:latin typeface="Arial"/>
                <a:ea typeface="+mn-lt"/>
                <a:cs typeface="+mn-lt"/>
              </a:rPr>
              <a:t>with</a:t>
            </a:r>
            <a:r>
              <a:rPr lang="hu-HU" sz="2100" dirty="0">
                <a:latin typeface="Arial"/>
                <a:ea typeface="+mn-lt"/>
                <a:cs typeface="+mn-lt"/>
              </a:rPr>
              <a:t> a </a:t>
            </a:r>
            <a:r>
              <a:rPr lang="hu-HU" sz="2100" dirty="0" err="1">
                <a:latin typeface="Arial"/>
                <a:ea typeface="+mn-lt"/>
                <a:cs typeface="+mn-lt"/>
              </a:rPr>
              <a:t>built</a:t>
            </a:r>
            <a:r>
              <a:rPr lang="hu-HU" sz="2100" dirty="0">
                <a:latin typeface="Arial"/>
                <a:ea typeface="+mn-lt"/>
                <a:cs typeface="+mn-lt"/>
              </a:rPr>
              <a:t>-in testing </a:t>
            </a:r>
            <a:r>
              <a:rPr lang="hu-HU" sz="2100" dirty="0" err="1">
                <a:latin typeface="Arial"/>
                <a:ea typeface="+mn-lt"/>
                <a:cs typeface="+mn-lt"/>
              </a:rPr>
              <a:t>framework</a:t>
            </a:r>
            <a:r>
              <a:rPr lang="hu-HU" sz="2100" dirty="0">
                <a:latin typeface="Arial"/>
                <a:ea typeface="+mn-lt"/>
                <a:cs typeface="+mn-lt"/>
              </a:rPr>
              <a:t> </a:t>
            </a:r>
            <a:r>
              <a:rPr lang="hu-HU" sz="2100" dirty="0" err="1">
                <a:latin typeface="Arial"/>
                <a:ea typeface="+mn-lt"/>
                <a:cs typeface="+mn-lt"/>
              </a:rPr>
              <a:t>called</a:t>
            </a:r>
            <a:r>
              <a:rPr lang="hu-HU" sz="2100" dirty="0">
                <a:latin typeface="Arial"/>
                <a:ea typeface="+mn-lt"/>
                <a:cs typeface="+mn-lt"/>
              </a:rPr>
              <a:t> unittest, </a:t>
            </a:r>
            <a:r>
              <a:rPr lang="hu-HU" sz="2100" dirty="0" err="1">
                <a:latin typeface="Arial"/>
                <a:ea typeface="+mn-lt"/>
                <a:cs typeface="+mn-lt"/>
              </a:rPr>
              <a:t>which</a:t>
            </a:r>
            <a:r>
              <a:rPr lang="hu-HU" sz="2100" dirty="0">
                <a:latin typeface="Arial"/>
                <a:ea typeface="+mn-lt"/>
                <a:cs typeface="+mn-lt"/>
              </a:rPr>
              <a:t> is </a:t>
            </a:r>
            <a:r>
              <a:rPr lang="hu-HU" sz="2100" dirty="0" err="1">
                <a:latin typeface="Arial"/>
                <a:ea typeface="+mn-lt"/>
                <a:cs typeface="+mn-lt"/>
              </a:rPr>
              <a:t>modeled</a:t>
            </a:r>
            <a:r>
              <a:rPr lang="hu-HU" sz="2100" dirty="0">
                <a:latin typeface="Arial"/>
                <a:ea typeface="+mn-lt"/>
                <a:cs typeface="+mn-lt"/>
              </a:rPr>
              <a:t> </a:t>
            </a:r>
            <a:r>
              <a:rPr lang="hu-HU" sz="2100" dirty="0" err="1">
                <a:latin typeface="Arial"/>
                <a:ea typeface="+mn-lt"/>
                <a:cs typeface="+mn-lt"/>
              </a:rPr>
              <a:t>after</a:t>
            </a:r>
            <a:r>
              <a:rPr lang="hu-HU" sz="2100" dirty="0">
                <a:latin typeface="Arial"/>
                <a:ea typeface="+mn-lt"/>
                <a:cs typeface="+mn-lt"/>
              </a:rPr>
              <a:t> </a:t>
            </a:r>
            <a:r>
              <a:rPr lang="hu-HU" sz="2100" dirty="0" err="1">
                <a:latin typeface="Arial"/>
                <a:ea typeface="+mn-lt"/>
                <a:cs typeface="+mn-lt"/>
              </a:rPr>
              <a:t>Java’s</a:t>
            </a:r>
            <a:r>
              <a:rPr lang="hu-HU" sz="2100" dirty="0">
                <a:latin typeface="Arial"/>
                <a:ea typeface="+mn-lt"/>
                <a:cs typeface="+mn-lt"/>
              </a:rPr>
              <a:t> </a:t>
            </a:r>
            <a:r>
              <a:rPr lang="hu-HU" sz="2100" dirty="0" err="1">
                <a:latin typeface="Arial"/>
                <a:ea typeface="+mn-lt"/>
                <a:cs typeface="+mn-lt"/>
              </a:rPr>
              <a:t>JUnit</a:t>
            </a:r>
            <a:r>
              <a:rPr lang="hu-HU" sz="2100" dirty="0">
                <a:latin typeface="Arial"/>
                <a:ea typeface="+mn-lt"/>
                <a:cs typeface="+mn-lt"/>
              </a:rPr>
              <a:t> and is </a:t>
            </a:r>
            <a:r>
              <a:rPr lang="hu-HU" sz="2100" dirty="0" err="1">
                <a:latin typeface="Arial"/>
                <a:ea typeface="+mn-lt"/>
                <a:cs typeface="+mn-lt"/>
              </a:rPr>
              <a:t>widely</a:t>
            </a:r>
            <a:r>
              <a:rPr lang="hu-HU" sz="2100" dirty="0">
                <a:latin typeface="Arial"/>
                <a:ea typeface="+mn-lt"/>
                <a:cs typeface="+mn-lt"/>
              </a:rPr>
              <a:t> </a:t>
            </a:r>
            <a:r>
              <a:rPr lang="hu-HU" sz="2100" dirty="0" err="1">
                <a:latin typeface="Arial"/>
                <a:ea typeface="+mn-lt"/>
                <a:cs typeface="+mn-lt"/>
              </a:rPr>
              <a:t>used</a:t>
            </a:r>
            <a:r>
              <a:rPr lang="hu-HU" sz="2100" dirty="0">
                <a:latin typeface="Arial"/>
                <a:ea typeface="+mn-lt"/>
                <a:cs typeface="+mn-lt"/>
              </a:rPr>
              <a:t> </a:t>
            </a:r>
            <a:r>
              <a:rPr lang="hu-HU" sz="2100" dirty="0" err="1">
                <a:latin typeface="Arial"/>
                <a:ea typeface="+mn-lt"/>
                <a:cs typeface="+mn-lt"/>
              </a:rPr>
              <a:t>for</a:t>
            </a:r>
            <a:r>
              <a:rPr lang="hu-HU" sz="2100" dirty="0">
                <a:latin typeface="Arial"/>
                <a:ea typeface="+mn-lt"/>
                <a:cs typeface="+mn-lt"/>
              </a:rPr>
              <a:t> </a:t>
            </a:r>
            <a:r>
              <a:rPr lang="hu-HU" sz="2100" dirty="0" err="1">
                <a:latin typeface="Arial"/>
                <a:ea typeface="+mn-lt"/>
                <a:cs typeface="+mn-lt"/>
              </a:rPr>
              <a:t>writing</a:t>
            </a:r>
            <a:r>
              <a:rPr lang="hu-HU" sz="2100" dirty="0">
                <a:latin typeface="Arial"/>
                <a:ea typeface="+mn-lt"/>
                <a:cs typeface="+mn-lt"/>
              </a:rPr>
              <a:t> and </a:t>
            </a:r>
            <a:r>
              <a:rPr lang="hu-HU" sz="2100" dirty="0" err="1">
                <a:latin typeface="Arial"/>
                <a:ea typeface="+mn-lt"/>
                <a:cs typeface="+mn-lt"/>
              </a:rPr>
              <a:t>running</a:t>
            </a:r>
            <a:r>
              <a:rPr lang="hu-HU" sz="2100" dirty="0">
                <a:latin typeface="Arial"/>
                <a:ea typeface="+mn-lt"/>
                <a:cs typeface="+mn-lt"/>
              </a:rPr>
              <a:t> tests.</a:t>
            </a:r>
            <a:endParaRPr lang="hu-HU" sz="2100" dirty="0">
              <a:latin typeface="Arial"/>
              <a:cs typeface="Arial"/>
            </a:endParaRPr>
          </a:p>
          <a:p>
            <a:pPr marL="0" indent="0">
              <a:buNone/>
            </a:pPr>
            <a:r>
              <a:rPr lang="hu-HU" sz="2100" dirty="0" err="1">
                <a:latin typeface="Arial"/>
                <a:ea typeface="+mn-lt"/>
                <a:cs typeface="+mn-lt"/>
              </a:rPr>
              <a:t>pytest</a:t>
            </a:r>
            <a:r>
              <a:rPr lang="hu-HU" sz="2100" dirty="0">
                <a:latin typeface="Arial"/>
                <a:ea typeface="+mn-lt"/>
                <a:cs typeface="+mn-lt"/>
              </a:rPr>
              <a:t>: A </a:t>
            </a:r>
            <a:r>
              <a:rPr lang="hu-HU" sz="2100" dirty="0" err="1">
                <a:latin typeface="Arial"/>
                <a:ea typeface="+mn-lt"/>
                <a:cs typeface="+mn-lt"/>
              </a:rPr>
              <a:t>powerful</a:t>
            </a:r>
            <a:r>
              <a:rPr lang="hu-HU" sz="2100" dirty="0">
                <a:latin typeface="Arial"/>
                <a:ea typeface="+mn-lt"/>
                <a:cs typeface="+mn-lt"/>
              </a:rPr>
              <a:t> and </a:t>
            </a:r>
            <a:r>
              <a:rPr lang="hu-HU" sz="2100" dirty="0" err="1">
                <a:latin typeface="Arial"/>
                <a:ea typeface="+mn-lt"/>
                <a:cs typeface="+mn-lt"/>
              </a:rPr>
              <a:t>flexible</a:t>
            </a:r>
            <a:r>
              <a:rPr lang="hu-HU" sz="2100" dirty="0">
                <a:latin typeface="Arial"/>
                <a:ea typeface="+mn-lt"/>
                <a:cs typeface="+mn-lt"/>
              </a:rPr>
              <a:t> testing </a:t>
            </a:r>
            <a:r>
              <a:rPr lang="hu-HU" sz="2100" dirty="0" err="1">
                <a:latin typeface="Arial"/>
                <a:ea typeface="+mn-lt"/>
                <a:cs typeface="+mn-lt"/>
              </a:rPr>
              <a:t>framework</a:t>
            </a:r>
            <a:r>
              <a:rPr lang="hu-HU" sz="2100" dirty="0">
                <a:latin typeface="Arial"/>
                <a:ea typeface="+mn-lt"/>
                <a:cs typeface="+mn-lt"/>
              </a:rPr>
              <a:t> </a:t>
            </a:r>
            <a:r>
              <a:rPr lang="hu-HU" sz="2100" dirty="0" err="1">
                <a:latin typeface="Arial"/>
                <a:ea typeface="+mn-lt"/>
                <a:cs typeface="+mn-lt"/>
              </a:rPr>
              <a:t>that</a:t>
            </a:r>
            <a:r>
              <a:rPr lang="hu-HU" sz="2100" dirty="0">
                <a:latin typeface="Arial"/>
                <a:ea typeface="+mn-lt"/>
                <a:cs typeface="+mn-lt"/>
              </a:rPr>
              <a:t> </a:t>
            </a:r>
            <a:r>
              <a:rPr lang="hu-HU" sz="2100" dirty="0" err="1">
                <a:latin typeface="Arial"/>
                <a:ea typeface="+mn-lt"/>
                <a:cs typeface="+mn-lt"/>
              </a:rPr>
              <a:t>supports</a:t>
            </a:r>
            <a:r>
              <a:rPr lang="hu-HU" sz="2100" dirty="0">
                <a:latin typeface="Arial"/>
                <a:ea typeface="+mn-lt"/>
                <a:cs typeface="+mn-lt"/>
              </a:rPr>
              <a:t> </a:t>
            </a:r>
            <a:r>
              <a:rPr lang="hu-HU" sz="2100" dirty="0" err="1">
                <a:latin typeface="Arial"/>
                <a:ea typeface="+mn-lt"/>
                <a:cs typeface="+mn-lt"/>
              </a:rPr>
              <a:t>fixtures</a:t>
            </a:r>
            <a:r>
              <a:rPr lang="hu-HU" sz="2100" dirty="0">
                <a:latin typeface="Arial"/>
                <a:ea typeface="+mn-lt"/>
                <a:cs typeface="+mn-lt"/>
              </a:rPr>
              <a:t>, </a:t>
            </a:r>
            <a:r>
              <a:rPr lang="hu-HU" sz="2100" dirty="0" err="1">
                <a:latin typeface="Arial"/>
                <a:ea typeface="+mn-lt"/>
                <a:cs typeface="+mn-lt"/>
              </a:rPr>
              <a:t>parameterized</a:t>
            </a:r>
            <a:r>
              <a:rPr lang="hu-HU" sz="2100" dirty="0">
                <a:latin typeface="Arial"/>
                <a:ea typeface="+mn-lt"/>
                <a:cs typeface="+mn-lt"/>
              </a:rPr>
              <a:t> </a:t>
            </a:r>
            <a:r>
              <a:rPr lang="hu-HU" sz="2100" dirty="0" err="1">
                <a:latin typeface="Arial"/>
                <a:ea typeface="+mn-lt"/>
                <a:cs typeface="+mn-lt"/>
              </a:rPr>
              <a:t>tests</a:t>
            </a:r>
            <a:r>
              <a:rPr lang="hu-HU" sz="2100" dirty="0">
                <a:latin typeface="Arial"/>
                <a:ea typeface="+mn-lt"/>
                <a:cs typeface="+mn-lt"/>
              </a:rPr>
              <a:t>, and a </a:t>
            </a:r>
            <a:r>
              <a:rPr lang="hu-HU" sz="2100" dirty="0" err="1">
                <a:latin typeface="Arial"/>
                <a:ea typeface="+mn-lt"/>
                <a:cs typeface="+mn-lt"/>
              </a:rPr>
              <a:t>rich</a:t>
            </a:r>
            <a:r>
              <a:rPr lang="hu-HU" sz="2100" dirty="0">
                <a:latin typeface="Arial"/>
                <a:ea typeface="+mn-lt"/>
                <a:cs typeface="+mn-lt"/>
              </a:rPr>
              <a:t> </a:t>
            </a:r>
            <a:r>
              <a:rPr lang="hu-HU" sz="2100" dirty="0" err="1">
                <a:latin typeface="Arial"/>
                <a:ea typeface="+mn-lt"/>
                <a:cs typeface="+mn-lt"/>
              </a:rPr>
              <a:t>plugin</a:t>
            </a:r>
            <a:r>
              <a:rPr lang="hu-HU" sz="2100" dirty="0">
                <a:latin typeface="Arial"/>
                <a:ea typeface="+mn-lt"/>
                <a:cs typeface="+mn-lt"/>
              </a:rPr>
              <a:t> </a:t>
            </a:r>
            <a:r>
              <a:rPr lang="hu-HU" sz="2100" dirty="0" err="1">
                <a:latin typeface="Arial"/>
                <a:ea typeface="+mn-lt"/>
                <a:cs typeface="+mn-lt"/>
              </a:rPr>
              <a:t>architecture</a:t>
            </a:r>
            <a:r>
              <a:rPr lang="hu-HU" sz="2100" dirty="0">
                <a:latin typeface="Arial"/>
                <a:ea typeface="+mn-lt"/>
                <a:cs typeface="+mn-lt"/>
              </a:rPr>
              <a:t>. </a:t>
            </a:r>
            <a:r>
              <a:rPr lang="hu-HU" sz="2100" dirty="0" err="1">
                <a:latin typeface="Arial"/>
                <a:ea typeface="+mn-lt"/>
                <a:cs typeface="+mn-lt"/>
              </a:rPr>
              <a:t>It’s</a:t>
            </a:r>
            <a:r>
              <a:rPr lang="hu-HU" sz="2100" dirty="0">
                <a:latin typeface="Arial"/>
                <a:ea typeface="+mn-lt"/>
                <a:cs typeface="+mn-lt"/>
              </a:rPr>
              <a:t> </a:t>
            </a:r>
            <a:r>
              <a:rPr lang="hu-HU" sz="2100" dirty="0" err="1">
                <a:latin typeface="Arial"/>
                <a:ea typeface="+mn-lt"/>
                <a:cs typeface="+mn-lt"/>
              </a:rPr>
              <a:t>highly</a:t>
            </a:r>
            <a:r>
              <a:rPr lang="hu-HU" sz="2100" dirty="0">
                <a:latin typeface="Arial"/>
                <a:ea typeface="+mn-lt"/>
                <a:cs typeface="+mn-lt"/>
              </a:rPr>
              <a:t> </a:t>
            </a:r>
            <a:r>
              <a:rPr lang="hu-HU" sz="2100" dirty="0" err="1">
                <a:latin typeface="Arial"/>
                <a:ea typeface="+mn-lt"/>
                <a:cs typeface="+mn-lt"/>
              </a:rPr>
              <a:t>popular</a:t>
            </a:r>
            <a:r>
              <a:rPr lang="hu-HU" sz="2100" dirty="0">
                <a:latin typeface="Arial"/>
                <a:ea typeface="+mn-lt"/>
                <a:cs typeface="+mn-lt"/>
              </a:rPr>
              <a:t> </a:t>
            </a:r>
            <a:r>
              <a:rPr lang="hu-HU" sz="2100" dirty="0" err="1">
                <a:latin typeface="Arial"/>
                <a:ea typeface="+mn-lt"/>
                <a:cs typeface="+mn-lt"/>
              </a:rPr>
              <a:t>for</a:t>
            </a:r>
            <a:r>
              <a:rPr lang="hu-HU" sz="2100" dirty="0">
                <a:latin typeface="Arial"/>
                <a:ea typeface="+mn-lt"/>
                <a:cs typeface="+mn-lt"/>
              </a:rPr>
              <a:t> </a:t>
            </a:r>
            <a:r>
              <a:rPr lang="hu-HU" sz="2100" dirty="0" err="1">
                <a:latin typeface="Arial"/>
                <a:ea typeface="+mn-lt"/>
                <a:cs typeface="+mn-lt"/>
              </a:rPr>
              <a:t>both</a:t>
            </a:r>
            <a:r>
              <a:rPr lang="hu-HU" sz="2100" dirty="0">
                <a:latin typeface="Arial"/>
                <a:ea typeface="+mn-lt"/>
                <a:cs typeface="+mn-lt"/>
              </a:rPr>
              <a:t> </a:t>
            </a:r>
            <a:r>
              <a:rPr lang="hu-HU" sz="2100" dirty="0" err="1">
                <a:latin typeface="Arial"/>
                <a:ea typeface="+mn-lt"/>
                <a:cs typeface="+mn-lt"/>
              </a:rPr>
              <a:t>small</a:t>
            </a:r>
            <a:r>
              <a:rPr lang="hu-HU" sz="2100" dirty="0">
                <a:latin typeface="Arial"/>
                <a:ea typeface="+mn-lt"/>
                <a:cs typeface="+mn-lt"/>
              </a:rPr>
              <a:t> and </a:t>
            </a:r>
            <a:r>
              <a:rPr lang="hu-HU" sz="2100" dirty="0" err="1">
                <a:latin typeface="Arial"/>
                <a:ea typeface="+mn-lt"/>
                <a:cs typeface="+mn-lt"/>
              </a:rPr>
              <a:t>complex</a:t>
            </a:r>
            <a:r>
              <a:rPr lang="hu-HU" sz="2100" dirty="0">
                <a:latin typeface="Arial"/>
                <a:ea typeface="+mn-lt"/>
                <a:cs typeface="+mn-lt"/>
              </a:rPr>
              <a:t> testing </a:t>
            </a:r>
            <a:r>
              <a:rPr lang="hu-HU" sz="2100" dirty="0" err="1">
                <a:latin typeface="Arial"/>
                <a:ea typeface="+mn-lt"/>
                <a:cs typeface="+mn-lt"/>
              </a:rPr>
              <a:t>needs</a:t>
            </a:r>
            <a:r>
              <a:rPr lang="hu-HU" sz="2100" dirty="0">
                <a:latin typeface="Arial"/>
                <a:ea typeface="+mn-lt"/>
                <a:cs typeface="+mn-lt"/>
              </a:rPr>
              <a:t>.</a:t>
            </a:r>
            <a:endParaRPr lang="hu-HU" sz="2100" dirty="0">
              <a:latin typeface="Arial"/>
              <a:cs typeface="Arial"/>
            </a:endParaRPr>
          </a:p>
          <a:p>
            <a:pPr marL="0" indent="0">
              <a:buNone/>
            </a:pPr>
            <a:r>
              <a:rPr lang="hu-HU" sz="2100" dirty="0" err="1">
                <a:latin typeface="Arial"/>
                <a:ea typeface="+mn-lt"/>
                <a:cs typeface="+mn-lt"/>
              </a:rPr>
              <a:t>nose</a:t>
            </a:r>
            <a:r>
              <a:rPr lang="hu-HU" sz="2100" dirty="0">
                <a:latin typeface="Arial"/>
                <a:ea typeface="+mn-lt"/>
                <a:cs typeface="+mn-lt"/>
              </a:rPr>
              <a:t>/nose2: A testing </a:t>
            </a:r>
            <a:r>
              <a:rPr lang="hu-HU" sz="2100" dirty="0" err="1">
                <a:latin typeface="Arial"/>
                <a:ea typeface="+mn-lt"/>
                <a:cs typeface="+mn-lt"/>
              </a:rPr>
              <a:t>framework</a:t>
            </a:r>
            <a:r>
              <a:rPr lang="hu-HU" sz="2100" dirty="0">
                <a:latin typeface="Arial"/>
                <a:ea typeface="+mn-lt"/>
                <a:cs typeface="+mn-lt"/>
              </a:rPr>
              <a:t> </a:t>
            </a:r>
            <a:r>
              <a:rPr lang="hu-HU" sz="2100" dirty="0" err="1">
                <a:latin typeface="Arial"/>
                <a:ea typeface="+mn-lt"/>
                <a:cs typeface="+mn-lt"/>
              </a:rPr>
              <a:t>that</a:t>
            </a:r>
            <a:r>
              <a:rPr lang="hu-HU" sz="2100" dirty="0">
                <a:latin typeface="Arial"/>
                <a:ea typeface="+mn-lt"/>
                <a:cs typeface="+mn-lt"/>
              </a:rPr>
              <a:t> </a:t>
            </a:r>
            <a:r>
              <a:rPr lang="hu-HU" sz="2100" dirty="0" err="1">
                <a:latin typeface="Arial"/>
                <a:ea typeface="+mn-lt"/>
                <a:cs typeface="+mn-lt"/>
              </a:rPr>
              <a:t>extends</a:t>
            </a:r>
            <a:r>
              <a:rPr lang="hu-HU" sz="2100" dirty="0">
                <a:latin typeface="Arial"/>
                <a:ea typeface="+mn-lt"/>
                <a:cs typeface="+mn-lt"/>
              </a:rPr>
              <a:t> unittest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make</a:t>
            </a:r>
            <a:r>
              <a:rPr lang="hu-HU" sz="2100" dirty="0">
                <a:latin typeface="Arial"/>
                <a:ea typeface="+mn-lt"/>
                <a:cs typeface="+mn-lt"/>
              </a:rPr>
              <a:t> testing </a:t>
            </a:r>
            <a:r>
              <a:rPr lang="hu-HU" sz="2100" dirty="0" err="1">
                <a:latin typeface="Arial"/>
                <a:ea typeface="+mn-lt"/>
                <a:cs typeface="+mn-lt"/>
              </a:rPr>
              <a:t>easier</a:t>
            </a:r>
            <a:r>
              <a:rPr lang="hu-HU" sz="2100" dirty="0">
                <a:latin typeface="Arial"/>
                <a:ea typeface="+mn-lt"/>
                <a:cs typeface="+mn-lt"/>
              </a:rPr>
              <a:t>, </a:t>
            </a:r>
            <a:r>
              <a:rPr lang="hu-HU" sz="2100" dirty="0" err="1">
                <a:latin typeface="Arial"/>
                <a:ea typeface="+mn-lt"/>
                <a:cs typeface="+mn-lt"/>
              </a:rPr>
              <a:t>with</a:t>
            </a:r>
            <a:r>
              <a:rPr lang="hu-HU" sz="2100" dirty="0">
                <a:latin typeface="Arial"/>
                <a:ea typeface="+mn-lt"/>
                <a:cs typeface="+mn-lt"/>
              </a:rPr>
              <a:t> </a:t>
            </a:r>
            <a:r>
              <a:rPr lang="hu-HU" sz="2100" dirty="0" err="1">
                <a:latin typeface="Arial"/>
                <a:ea typeface="+mn-lt"/>
                <a:cs typeface="+mn-lt"/>
              </a:rPr>
              <a:t>additional</a:t>
            </a:r>
            <a:r>
              <a:rPr lang="hu-HU" sz="2100" dirty="0">
                <a:latin typeface="Arial"/>
                <a:ea typeface="+mn-lt"/>
                <a:cs typeface="+mn-lt"/>
              </a:rPr>
              <a:t> </a:t>
            </a:r>
            <a:r>
              <a:rPr lang="hu-HU" sz="2100" dirty="0" err="1">
                <a:latin typeface="Arial"/>
                <a:ea typeface="+mn-lt"/>
                <a:cs typeface="+mn-lt"/>
              </a:rPr>
              <a:t>features</a:t>
            </a:r>
            <a:r>
              <a:rPr lang="hu-HU" sz="2100" dirty="0">
                <a:latin typeface="Arial"/>
                <a:ea typeface="+mn-lt"/>
                <a:cs typeface="+mn-lt"/>
              </a:rPr>
              <a:t> like </a:t>
            </a:r>
            <a:r>
              <a:rPr lang="hu-HU" sz="2100" dirty="0" err="1">
                <a:latin typeface="Arial"/>
                <a:ea typeface="+mn-lt"/>
                <a:cs typeface="+mn-lt"/>
              </a:rPr>
              <a:t>automatic</a:t>
            </a:r>
            <a:r>
              <a:rPr lang="hu-HU" sz="2100" dirty="0">
                <a:latin typeface="Arial"/>
                <a:ea typeface="+mn-lt"/>
                <a:cs typeface="+mn-lt"/>
              </a:rPr>
              <a:t> test </a:t>
            </a:r>
            <a:r>
              <a:rPr lang="hu-HU" sz="2100" dirty="0" err="1">
                <a:latin typeface="Arial"/>
                <a:ea typeface="+mn-lt"/>
                <a:cs typeface="+mn-lt"/>
              </a:rPr>
              <a:t>discovery</a:t>
            </a:r>
            <a:r>
              <a:rPr lang="hu-HU" sz="2100" dirty="0">
                <a:latin typeface="Arial"/>
                <a:ea typeface="+mn-lt"/>
                <a:cs typeface="+mn-lt"/>
              </a:rPr>
              <a:t>.</a:t>
            </a:r>
            <a:endParaRPr lang="hu-HU" sz="2100" dirty="0">
              <a:latin typeface="Arial"/>
              <a:cs typeface="Arial"/>
            </a:endParaRPr>
          </a:p>
          <a:p>
            <a:pPr marL="0" indent="0">
              <a:buNone/>
            </a:pPr>
            <a:r>
              <a:rPr lang="hu-HU" sz="2100" dirty="0" err="1">
                <a:latin typeface="Arial"/>
                <a:ea typeface="+mn-lt"/>
                <a:cs typeface="+mn-lt"/>
              </a:rPr>
              <a:t>doctest</a:t>
            </a:r>
            <a:r>
              <a:rPr lang="hu-HU" sz="2100" dirty="0">
                <a:latin typeface="Arial"/>
                <a:ea typeface="+mn-lt"/>
                <a:cs typeface="+mn-lt"/>
              </a:rPr>
              <a:t>: </a:t>
            </a:r>
            <a:r>
              <a:rPr lang="hu-HU" sz="2100" dirty="0" err="1">
                <a:latin typeface="Arial"/>
                <a:ea typeface="+mn-lt"/>
                <a:cs typeface="+mn-lt"/>
              </a:rPr>
              <a:t>Allows</a:t>
            </a:r>
            <a:r>
              <a:rPr lang="hu-HU" sz="2100" dirty="0">
                <a:latin typeface="Arial"/>
                <a:ea typeface="+mn-lt"/>
                <a:cs typeface="+mn-lt"/>
              </a:rPr>
              <a:t> </a:t>
            </a:r>
            <a:r>
              <a:rPr lang="hu-HU" sz="2100" dirty="0" err="1">
                <a:latin typeface="Arial"/>
                <a:ea typeface="+mn-lt"/>
                <a:cs typeface="+mn-lt"/>
              </a:rPr>
              <a:t>you</a:t>
            </a:r>
            <a:r>
              <a:rPr lang="hu-HU" sz="2100" dirty="0">
                <a:latin typeface="Arial"/>
                <a:ea typeface="+mn-lt"/>
                <a:cs typeface="+mn-lt"/>
              </a:rPr>
              <a: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write</a:t>
            </a:r>
            <a:r>
              <a:rPr lang="hu-HU" sz="2100" dirty="0">
                <a:latin typeface="Arial"/>
                <a:ea typeface="+mn-lt"/>
                <a:cs typeface="+mn-lt"/>
              </a:rPr>
              <a:t> </a:t>
            </a:r>
            <a:r>
              <a:rPr lang="hu-HU" sz="2100" dirty="0" err="1">
                <a:latin typeface="Arial"/>
                <a:ea typeface="+mn-lt"/>
                <a:cs typeface="+mn-lt"/>
              </a:rPr>
              <a:t>tests</a:t>
            </a:r>
            <a:r>
              <a:rPr lang="hu-HU" sz="2100" dirty="0">
                <a:latin typeface="Arial"/>
                <a:ea typeface="+mn-lt"/>
                <a:cs typeface="+mn-lt"/>
              </a:rPr>
              <a:t> </a:t>
            </a:r>
            <a:r>
              <a:rPr lang="hu-HU" sz="2100" dirty="0" err="1">
                <a:latin typeface="Arial"/>
                <a:ea typeface="+mn-lt"/>
                <a:cs typeface="+mn-lt"/>
              </a:rPr>
              <a:t>as</a:t>
            </a:r>
            <a:r>
              <a:rPr lang="hu-HU" sz="2100" dirty="0">
                <a:latin typeface="Arial"/>
                <a:ea typeface="+mn-lt"/>
                <a:cs typeface="+mn-lt"/>
              </a:rPr>
              <a:t> part of </a:t>
            </a:r>
            <a:r>
              <a:rPr lang="hu-HU" sz="2100" dirty="0" err="1">
                <a:latin typeface="Arial"/>
                <a:ea typeface="+mn-lt"/>
                <a:cs typeface="+mn-lt"/>
              </a:rPr>
              <a:t>your</a:t>
            </a:r>
            <a:r>
              <a:rPr lang="hu-HU" sz="2100" dirty="0">
                <a:latin typeface="Arial"/>
                <a:ea typeface="+mn-lt"/>
                <a:cs typeface="+mn-lt"/>
              </a:rPr>
              <a:t> </a:t>
            </a:r>
            <a:r>
              <a:rPr lang="hu-HU" sz="2100" dirty="0" err="1">
                <a:latin typeface="Arial"/>
                <a:ea typeface="+mn-lt"/>
                <a:cs typeface="+mn-lt"/>
              </a:rPr>
              <a:t>documentation</a:t>
            </a:r>
            <a:r>
              <a:rPr lang="hu-HU" sz="2100" dirty="0">
                <a:latin typeface="Arial"/>
                <a:ea typeface="+mn-lt"/>
                <a:cs typeface="+mn-lt"/>
              </a:rPr>
              <a:t>, </a:t>
            </a:r>
            <a:r>
              <a:rPr lang="hu-HU" sz="2100" dirty="0" err="1">
                <a:latin typeface="Arial"/>
                <a:ea typeface="+mn-lt"/>
                <a:cs typeface="+mn-lt"/>
              </a:rPr>
              <a:t>making</a:t>
            </a:r>
            <a:r>
              <a:rPr lang="hu-HU" sz="2100" dirty="0">
                <a:latin typeface="Arial"/>
                <a:ea typeface="+mn-lt"/>
                <a:cs typeface="+mn-lt"/>
              </a:rPr>
              <a:t> </a:t>
            </a:r>
            <a:r>
              <a:rPr lang="hu-HU" sz="2100" dirty="0" err="1">
                <a:latin typeface="Arial"/>
                <a:ea typeface="+mn-lt"/>
                <a:cs typeface="+mn-lt"/>
              </a:rPr>
              <a:t>it</a:t>
            </a:r>
            <a:r>
              <a:rPr lang="hu-HU" sz="2100" dirty="0">
                <a:latin typeface="Arial"/>
                <a:ea typeface="+mn-lt"/>
                <a:cs typeface="+mn-lt"/>
              </a:rPr>
              <a:t> </a:t>
            </a:r>
            <a:r>
              <a:rPr lang="hu-HU" sz="2100" dirty="0" err="1">
                <a:latin typeface="Arial"/>
                <a:ea typeface="+mn-lt"/>
                <a:cs typeface="+mn-lt"/>
              </a:rPr>
              <a:t>easy</a:t>
            </a:r>
            <a:r>
              <a:rPr lang="hu-HU" sz="2100" dirty="0">
                <a:latin typeface="Arial"/>
                <a:ea typeface="+mn-lt"/>
                <a:cs typeface="+mn-lt"/>
              </a:rPr>
              <a:t> </a:t>
            </a:r>
            <a:r>
              <a:rPr lang="hu-HU" sz="2100" dirty="0" err="1">
                <a:latin typeface="Arial"/>
                <a:ea typeface="+mn-lt"/>
                <a:cs typeface="+mn-lt"/>
              </a:rPr>
              <a:t>to</a:t>
            </a:r>
            <a:r>
              <a:rPr lang="hu-HU" sz="2100" dirty="0">
                <a:latin typeface="Arial"/>
                <a:ea typeface="+mn-lt"/>
                <a:cs typeface="+mn-lt"/>
              </a:rPr>
              <a:t> </a:t>
            </a:r>
            <a:r>
              <a:rPr lang="hu-HU" sz="2100" dirty="0" err="1">
                <a:latin typeface="Arial"/>
                <a:ea typeface="+mn-lt"/>
                <a:cs typeface="+mn-lt"/>
              </a:rPr>
              <a:t>ensure</a:t>
            </a:r>
            <a:r>
              <a:rPr lang="hu-HU" sz="2100" dirty="0">
                <a:latin typeface="Arial"/>
                <a:ea typeface="+mn-lt"/>
                <a:cs typeface="+mn-lt"/>
              </a:rPr>
              <a:t> </a:t>
            </a:r>
            <a:r>
              <a:rPr lang="hu-HU" sz="2100" dirty="0" err="1">
                <a:latin typeface="Arial"/>
                <a:ea typeface="+mn-lt"/>
                <a:cs typeface="+mn-lt"/>
              </a:rPr>
              <a:t>that</a:t>
            </a:r>
            <a:r>
              <a:rPr lang="hu-HU" sz="2100" dirty="0">
                <a:latin typeface="Arial"/>
                <a:ea typeface="+mn-lt"/>
                <a:cs typeface="+mn-lt"/>
              </a:rPr>
              <a:t> </a:t>
            </a:r>
            <a:r>
              <a:rPr lang="hu-HU" sz="2100" dirty="0" err="1">
                <a:latin typeface="Arial"/>
                <a:ea typeface="+mn-lt"/>
                <a:cs typeface="+mn-lt"/>
              </a:rPr>
              <a:t>code</a:t>
            </a:r>
            <a:r>
              <a:rPr lang="hu-HU" sz="2100" dirty="0">
                <a:latin typeface="Arial"/>
                <a:ea typeface="+mn-lt"/>
                <a:cs typeface="+mn-lt"/>
              </a:rPr>
              <a:t> </a:t>
            </a:r>
            <a:r>
              <a:rPr lang="hu-HU" sz="2100" dirty="0" err="1">
                <a:latin typeface="Arial"/>
                <a:ea typeface="+mn-lt"/>
                <a:cs typeface="+mn-lt"/>
              </a:rPr>
              <a:t>examples</a:t>
            </a:r>
            <a:r>
              <a:rPr lang="hu-HU" sz="2100" dirty="0">
                <a:latin typeface="Arial"/>
                <a:ea typeface="+mn-lt"/>
                <a:cs typeface="+mn-lt"/>
              </a:rPr>
              <a:t> in </a:t>
            </a:r>
            <a:r>
              <a:rPr lang="hu-HU" sz="2100" dirty="0" err="1">
                <a:latin typeface="Arial"/>
                <a:ea typeface="+mn-lt"/>
                <a:cs typeface="+mn-lt"/>
              </a:rPr>
              <a:t>your</a:t>
            </a:r>
            <a:r>
              <a:rPr lang="hu-HU" sz="2100" dirty="0">
                <a:latin typeface="Arial"/>
                <a:ea typeface="+mn-lt"/>
                <a:cs typeface="+mn-lt"/>
              </a:rPr>
              <a:t> </a:t>
            </a:r>
            <a:r>
              <a:rPr lang="hu-HU" sz="2100" dirty="0" err="1">
                <a:latin typeface="Arial"/>
                <a:ea typeface="+mn-lt"/>
                <a:cs typeface="+mn-lt"/>
              </a:rPr>
              <a:t>docs</a:t>
            </a:r>
            <a:r>
              <a:rPr lang="hu-HU" sz="2100" dirty="0">
                <a:latin typeface="Arial"/>
                <a:ea typeface="+mn-lt"/>
                <a:cs typeface="+mn-lt"/>
              </a:rPr>
              <a:t> </a:t>
            </a:r>
            <a:r>
              <a:rPr lang="hu-HU" sz="2100" dirty="0" err="1">
                <a:latin typeface="Arial"/>
                <a:ea typeface="+mn-lt"/>
                <a:cs typeface="+mn-lt"/>
              </a:rPr>
              <a:t>remain</a:t>
            </a:r>
            <a:r>
              <a:rPr lang="hu-HU" sz="2100" dirty="0">
                <a:latin typeface="Arial"/>
                <a:ea typeface="+mn-lt"/>
                <a:cs typeface="+mn-lt"/>
              </a:rPr>
              <a:t> </a:t>
            </a:r>
            <a:r>
              <a:rPr lang="hu-HU" sz="2100" dirty="0" err="1">
                <a:latin typeface="Arial"/>
                <a:ea typeface="+mn-lt"/>
                <a:cs typeface="+mn-lt"/>
              </a:rPr>
              <a:t>accurate</a:t>
            </a:r>
            <a:r>
              <a:rPr lang="hu-HU" sz="2100" dirty="0">
                <a:latin typeface="Arial"/>
                <a:ea typeface="+mn-lt"/>
                <a:cs typeface="+mn-lt"/>
              </a:rPr>
              <a:t> and </a:t>
            </a:r>
            <a:r>
              <a:rPr lang="hu-HU" sz="2100" dirty="0" err="1">
                <a:latin typeface="Arial"/>
                <a:ea typeface="+mn-lt"/>
                <a:cs typeface="+mn-lt"/>
              </a:rPr>
              <a:t>functional</a:t>
            </a:r>
            <a:r>
              <a:rPr lang="hu-HU" sz="2100" dirty="0">
                <a:latin typeface="Arial"/>
                <a:ea typeface="+mn-lt"/>
                <a:cs typeface="+mn-lt"/>
              </a:rPr>
              <a:t>.</a:t>
            </a:r>
            <a:endParaRPr lang="hu-HU" sz="2100" dirty="0">
              <a:latin typeface="Arial"/>
            </a:endParaRPr>
          </a:p>
          <a:p>
            <a:pPr marL="0" indent="0">
              <a:buNone/>
            </a:pPr>
            <a:endParaRPr lang="hu-HU" dirty="0"/>
          </a:p>
          <a:p>
            <a:pPr marL="0" indent="0">
              <a:buNone/>
            </a:pPr>
            <a:endParaRPr lang="hu-HU" dirty="0"/>
          </a:p>
        </p:txBody>
      </p:sp>
    </p:spTree>
    <p:extLst>
      <p:ext uri="{BB962C8B-B14F-4D97-AF65-F5344CB8AC3E}">
        <p14:creationId xmlns:p14="http://schemas.microsoft.com/office/powerpoint/2010/main" val="192154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A4972D66-A38F-468E-E1D4-2B994559688A}"/>
              </a:ext>
            </a:extLst>
          </p:cNvPr>
          <p:cNvSpPr>
            <a:spLocks noGrp="1"/>
          </p:cNvSpPr>
          <p:nvPr>
            <p:ph idx="1"/>
          </p:nvPr>
        </p:nvSpPr>
        <p:spPr>
          <a:xfrm>
            <a:off x="377238" y="292218"/>
            <a:ext cx="10976562" cy="5884745"/>
          </a:xfrm>
        </p:spPr>
        <p:txBody>
          <a:bodyPr vert="horz" lIns="91440" tIns="45720" rIns="91440" bIns="45720" rtlCol="0" anchor="t">
            <a:normAutofit/>
          </a:bodyPr>
          <a:lstStyle/>
          <a:p>
            <a:pPr marL="0" indent="0">
              <a:buNone/>
            </a:pPr>
            <a:r>
              <a:rPr lang="hu-HU" sz="2100" b="1" dirty="0" err="1">
                <a:latin typeface="Arial"/>
                <a:cs typeface="Arial"/>
              </a:rPr>
              <a:t>Support</a:t>
            </a:r>
            <a:r>
              <a:rPr lang="hu-HU" sz="2100" b="1" dirty="0">
                <a:latin typeface="Arial"/>
                <a:cs typeface="Arial"/>
              </a:rPr>
              <a:t> </a:t>
            </a:r>
            <a:r>
              <a:rPr lang="hu-HU" sz="2100" b="1" dirty="0" err="1">
                <a:latin typeface="Arial"/>
                <a:cs typeface="Arial"/>
              </a:rPr>
              <a:t>for</a:t>
            </a:r>
            <a:r>
              <a:rPr lang="hu-HU" sz="2100" b="1" dirty="0">
                <a:latin typeface="Arial"/>
                <a:cs typeface="Arial"/>
              </a:rPr>
              <a:t> </a:t>
            </a:r>
            <a:r>
              <a:rPr lang="hu-HU" sz="2100" b="1" dirty="0" err="1">
                <a:latin typeface="Arial"/>
                <a:cs typeface="Arial"/>
              </a:rPr>
              <a:t>Various</a:t>
            </a:r>
            <a:r>
              <a:rPr lang="hu-HU" sz="2100" b="1" dirty="0">
                <a:latin typeface="Arial"/>
                <a:cs typeface="Arial"/>
              </a:rPr>
              <a:t> Testing </a:t>
            </a:r>
            <a:r>
              <a:rPr lang="hu-HU" sz="2100" b="1" dirty="0" err="1">
                <a:latin typeface="Arial"/>
                <a:cs typeface="Arial"/>
              </a:rPr>
              <a:t>Needs</a:t>
            </a:r>
            <a:r>
              <a:rPr lang="hu-HU" sz="2100" b="1" dirty="0">
                <a:latin typeface="Arial"/>
                <a:cs typeface="Arial"/>
              </a:rPr>
              <a:t>:</a:t>
            </a:r>
            <a:endParaRPr lang="hu-HU" sz="2100" dirty="0">
              <a:latin typeface="Arial"/>
              <a:cs typeface="Arial"/>
            </a:endParaRPr>
          </a:p>
          <a:p>
            <a:pPr marL="0" indent="0">
              <a:buNone/>
            </a:pPr>
            <a:r>
              <a:rPr lang="hu-HU" sz="2100" b="1" dirty="0">
                <a:latin typeface="Arial"/>
                <a:ea typeface="+mn-lt"/>
                <a:cs typeface="+mn-lt"/>
              </a:rPr>
              <a:t>Unit Testing</a:t>
            </a:r>
            <a:r>
              <a:rPr lang="hu-HU" sz="2100" dirty="0">
                <a:latin typeface="Arial"/>
                <a:ea typeface="+mn-lt"/>
                <a:cs typeface="+mn-lt"/>
              </a:rPr>
              <a:t>: Python’s frameworks like </a:t>
            </a:r>
            <a:r>
              <a:rPr lang="hu-HU" sz="2100" dirty="0">
                <a:latin typeface="Arial"/>
                <a:cs typeface="Arial"/>
              </a:rPr>
              <a:t>unittest</a:t>
            </a:r>
            <a:r>
              <a:rPr lang="hu-HU" sz="2100" dirty="0">
                <a:latin typeface="Arial"/>
                <a:ea typeface="+mn-lt"/>
                <a:cs typeface="+mn-lt"/>
              </a:rPr>
              <a:t> and </a:t>
            </a:r>
            <a:r>
              <a:rPr lang="hu-HU" sz="2100" dirty="0">
                <a:latin typeface="Arial"/>
                <a:cs typeface="Arial"/>
              </a:rPr>
              <a:t>pytest</a:t>
            </a:r>
            <a:r>
              <a:rPr lang="hu-HU" sz="2100" dirty="0">
                <a:latin typeface="Arial"/>
                <a:ea typeface="+mn-lt"/>
                <a:cs typeface="+mn-lt"/>
              </a:rPr>
              <a:t> are excellent for writing and running unit tests, allowing developers to test individual units of code.</a:t>
            </a:r>
            <a:endParaRPr lang="hu-HU" sz="2100" dirty="0">
              <a:latin typeface="Arial"/>
              <a:cs typeface="Arial"/>
            </a:endParaRPr>
          </a:p>
          <a:p>
            <a:pPr marL="0" indent="0">
              <a:buNone/>
            </a:pPr>
            <a:r>
              <a:rPr lang="hu-HU" sz="2100" b="1" dirty="0">
                <a:latin typeface="Arial"/>
                <a:ea typeface="+mn-lt"/>
                <a:cs typeface="+mn-lt"/>
              </a:rPr>
              <a:t>Integration Testing</a:t>
            </a:r>
            <a:r>
              <a:rPr lang="hu-HU" sz="2100" dirty="0">
                <a:latin typeface="Arial"/>
                <a:ea typeface="+mn-lt"/>
                <a:cs typeface="+mn-lt"/>
              </a:rPr>
              <a:t>: Python can easily handle integration tests, especially when combined with tools like </a:t>
            </a:r>
            <a:r>
              <a:rPr lang="hu-HU" sz="2100" dirty="0">
                <a:latin typeface="Arial"/>
                <a:cs typeface="Arial"/>
              </a:rPr>
              <a:t>requests</a:t>
            </a:r>
            <a:r>
              <a:rPr lang="hu-HU" sz="2100" dirty="0">
                <a:latin typeface="Arial"/>
                <a:ea typeface="+mn-lt"/>
                <a:cs typeface="+mn-lt"/>
              </a:rPr>
              <a:t> for testing APIs or </a:t>
            </a:r>
            <a:r>
              <a:rPr lang="hu-HU" sz="2100" dirty="0">
                <a:latin typeface="Arial"/>
                <a:cs typeface="Arial"/>
              </a:rPr>
              <a:t>Selenium</a:t>
            </a:r>
            <a:r>
              <a:rPr lang="hu-HU" sz="2100" dirty="0">
                <a:latin typeface="Arial"/>
                <a:ea typeface="+mn-lt"/>
                <a:cs typeface="+mn-lt"/>
              </a:rPr>
              <a:t> for web applications.</a:t>
            </a:r>
            <a:endParaRPr lang="hu-HU" sz="2100" dirty="0">
              <a:latin typeface="Arial"/>
              <a:cs typeface="Arial"/>
            </a:endParaRPr>
          </a:p>
          <a:p>
            <a:pPr marL="0" indent="0">
              <a:buNone/>
            </a:pPr>
            <a:r>
              <a:rPr lang="hu-HU" sz="2100" b="1" dirty="0">
                <a:latin typeface="Arial"/>
                <a:ea typeface="+mn-lt"/>
                <a:cs typeface="+mn-lt"/>
              </a:rPr>
              <a:t>Functional and System Testing</a:t>
            </a:r>
            <a:r>
              <a:rPr lang="hu-HU" sz="2100" dirty="0">
                <a:latin typeface="Arial"/>
                <a:ea typeface="+mn-lt"/>
                <a:cs typeface="+mn-lt"/>
              </a:rPr>
              <a:t>: Tools like </a:t>
            </a:r>
            <a:r>
              <a:rPr lang="hu-HU" sz="2100" dirty="0">
                <a:latin typeface="Arial"/>
                <a:cs typeface="Arial"/>
              </a:rPr>
              <a:t>Robot Framework</a:t>
            </a:r>
            <a:r>
              <a:rPr lang="hu-HU" sz="2100" dirty="0">
                <a:latin typeface="Arial"/>
                <a:ea typeface="+mn-lt"/>
                <a:cs typeface="+mn-lt"/>
              </a:rPr>
              <a:t> and </a:t>
            </a:r>
            <a:r>
              <a:rPr lang="hu-HU" sz="2100" dirty="0">
                <a:latin typeface="Arial"/>
                <a:cs typeface="Arial"/>
              </a:rPr>
              <a:t>Behave</a:t>
            </a:r>
            <a:r>
              <a:rPr lang="hu-HU" sz="2100" dirty="0">
                <a:latin typeface="Arial"/>
                <a:ea typeface="+mn-lt"/>
                <a:cs typeface="+mn-lt"/>
              </a:rPr>
              <a:t> (for BDD) make Python a strong choice for functional and system testing, supporting complex scenarios and user stories.</a:t>
            </a:r>
            <a:endParaRPr lang="hu-HU" sz="2100" dirty="0">
              <a:latin typeface="Arial"/>
              <a:cs typeface="Arial"/>
            </a:endParaRPr>
          </a:p>
          <a:p>
            <a:pPr marL="0" indent="0">
              <a:buNone/>
            </a:pPr>
            <a:r>
              <a:rPr lang="hu-HU" sz="2100" b="1" dirty="0">
                <a:latin typeface="Arial"/>
                <a:ea typeface="+mn-lt"/>
                <a:cs typeface="+mn-lt"/>
              </a:rPr>
              <a:t>Performance Testing</a:t>
            </a:r>
            <a:r>
              <a:rPr lang="hu-HU" sz="2100" dirty="0">
                <a:latin typeface="Arial"/>
                <a:ea typeface="+mn-lt"/>
                <a:cs typeface="+mn-lt"/>
              </a:rPr>
              <a:t>: Libraries like </a:t>
            </a:r>
            <a:r>
              <a:rPr lang="hu-HU" sz="2100" dirty="0">
                <a:latin typeface="Arial"/>
                <a:cs typeface="Arial"/>
              </a:rPr>
              <a:t>locust</a:t>
            </a:r>
            <a:r>
              <a:rPr lang="hu-HU" sz="2100" dirty="0">
                <a:latin typeface="Arial"/>
                <a:ea typeface="+mn-lt"/>
                <a:cs typeface="+mn-lt"/>
              </a:rPr>
              <a:t> and </a:t>
            </a:r>
            <a:r>
              <a:rPr lang="hu-HU" sz="2100" dirty="0">
                <a:latin typeface="Arial"/>
                <a:cs typeface="Arial"/>
              </a:rPr>
              <a:t>pytest-benchmark</a:t>
            </a:r>
            <a:r>
              <a:rPr lang="hu-HU" sz="2100" dirty="0">
                <a:latin typeface="Arial"/>
                <a:ea typeface="+mn-lt"/>
                <a:cs typeface="+mn-lt"/>
              </a:rPr>
              <a:t> make it possible to conduct performance testing within Python, assessing how the system behaves under load.</a:t>
            </a:r>
            <a:endParaRPr lang="hu-HU" sz="2100" dirty="0">
              <a:latin typeface="Arial"/>
              <a:cs typeface="Arial"/>
            </a:endParaRPr>
          </a:p>
          <a:p>
            <a:pPr marL="0" indent="0">
              <a:buNone/>
            </a:pPr>
            <a:r>
              <a:rPr lang="hu-HU" sz="2100" b="1" dirty="0">
                <a:latin typeface="Arial"/>
                <a:ea typeface="+mn-lt"/>
                <a:cs typeface="+mn-lt"/>
              </a:rPr>
              <a:t>Security Testing</a:t>
            </a:r>
            <a:r>
              <a:rPr lang="hu-HU" sz="2100" dirty="0">
                <a:latin typeface="Arial"/>
                <a:ea typeface="+mn-lt"/>
                <a:cs typeface="+mn-lt"/>
              </a:rPr>
              <a:t>: Python has libraries like </a:t>
            </a:r>
            <a:r>
              <a:rPr lang="hu-HU" sz="2100" dirty="0">
                <a:latin typeface="Arial"/>
                <a:cs typeface="Arial"/>
              </a:rPr>
              <a:t>bandit</a:t>
            </a:r>
            <a:r>
              <a:rPr lang="hu-HU" sz="2100" dirty="0">
                <a:latin typeface="Arial"/>
                <a:ea typeface="+mn-lt"/>
                <a:cs typeface="+mn-lt"/>
              </a:rPr>
              <a:t> and </a:t>
            </a:r>
            <a:r>
              <a:rPr lang="hu-HU" sz="2100" dirty="0">
                <a:latin typeface="Arial"/>
                <a:cs typeface="Arial"/>
              </a:rPr>
              <a:t>Pytest</a:t>
            </a:r>
            <a:r>
              <a:rPr lang="hu-HU" sz="2100" dirty="0">
                <a:latin typeface="Arial"/>
                <a:ea typeface="+mn-lt"/>
                <a:cs typeface="+mn-lt"/>
              </a:rPr>
              <a:t> plugins for security testing, making it easier to integrate security checks into the testing process.</a:t>
            </a:r>
            <a:endParaRPr lang="hu-HU" sz="2100" dirty="0">
              <a:latin typeface="Arial"/>
            </a:endParaRPr>
          </a:p>
          <a:p>
            <a:endParaRPr lang="hu-HU" dirty="0"/>
          </a:p>
        </p:txBody>
      </p:sp>
    </p:spTree>
    <p:extLst>
      <p:ext uri="{BB962C8B-B14F-4D97-AF65-F5344CB8AC3E}">
        <p14:creationId xmlns:p14="http://schemas.microsoft.com/office/powerpoint/2010/main" val="1281980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B8D74082-A179-6795-F022-FDD6912D1CE8}"/>
              </a:ext>
            </a:extLst>
          </p:cNvPr>
          <p:cNvSpPr>
            <a:spLocks noGrp="1"/>
          </p:cNvSpPr>
          <p:nvPr>
            <p:ph idx="1"/>
          </p:nvPr>
        </p:nvSpPr>
        <p:spPr>
          <a:xfrm>
            <a:off x="330200" y="245182"/>
            <a:ext cx="5360341" cy="6609115"/>
          </a:xfrm>
        </p:spPr>
        <p:txBody>
          <a:bodyPr vert="horz" lIns="91440" tIns="45720" rIns="91440" bIns="45720" rtlCol="0" anchor="t">
            <a:normAutofit/>
          </a:bodyPr>
          <a:lstStyle/>
          <a:p>
            <a:pPr marL="0" indent="0">
              <a:buNone/>
            </a:pPr>
            <a:r>
              <a:rPr lang="hu-HU" sz="3200" err="1">
                <a:solidFill>
                  <a:schemeClr val="accent1"/>
                </a:solidFill>
                <a:latin typeface="Arial"/>
                <a:ea typeface="+mn-lt"/>
                <a:cs typeface="+mn-lt"/>
              </a:rPr>
              <a:t>Getting</a:t>
            </a:r>
            <a:r>
              <a:rPr lang="hu-HU" sz="3200">
                <a:solidFill>
                  <a:schemeClr val="accent1"/>
                </a:solidFill>
                <a:latin typeface="Arial"/>
                <a:ea typeface="+mn-lt"/>
                <a:cs typeface="+mn-lt"/>
              </a:rPr>
              <a:t> </a:t>
            </a:r>
            <a:r>
              <a:rPr lang="hu-HU" sz="3200" err="1">
                <a:solidFill>
                  <a:schemeClr val="accent1"/>
                </a:solidFill>
                <a:latin typeface="Arial"/>
                <a:ea typeface="+mn-lt"/>
                <a:cs typeface="+mn-lt"/>
              </a:rPr>
              <a:t>Started</a:t>
            </a:r>
            <a:r>
              <a:rPr lang="hu-HU" sz="3200">
                <a:solidFill>
                  <a:schemeClr val="accent1"/>
                </a:solidFill>
                <a:latin typeface="Arial"/>
                <a:ea typeface="+mn-lt"/>
                <a:cs typeface="+mn-lt"/>
              </a:rPr>
              <a:t> </a:t>
            </a:r>
            <a:r>
              <a:rPr lang="hu-HU" sz="3200" err="1">
                <a:solidFill>
                  <a:schemeClr val="accent1"/>
                </a:solidFill>
                <a:latin typeface="Arial"/>
                <a:ea typeface="+mn-lt"/>
                <a:cs typeface="+mn-lt"/>
              </a:rPr>
              <a:t>With</a:t>
            </a:r>
            <a:r>
              <a:rPr lang="hu-HU" sz="3200">
                <a:solidFill>
                  <a:schemeClr val="accent1"/>
                </a:solidFill>
                <a:latin typeface="Arial"/>
                <a:ea typeface="+mn-lt"/>
                <a:cs typeface="+mn-lt"/>
              </a:rPr>
              <a:t> Testing in Python</a:t>
            </a:r>
            <a:endParaRPr lang="hu-HU" sz="3200" u="sng">
              <a:solidFill>
                <a:schemeClr val="accent1"/>
              </a:solidFill>
              <a:latin typeface="Arial"/>
              <a:ea typeface="Calibri"/>
              <a:cs typeface="Calibri"/>
            </a:endParaRPr>
          </a:p>
          <a:p>
            <a:r>
              <a:rPr lang="hu-HU" sz="2100">
                <a:solidFill>
                  <a:srgbClr val="222222"/>
                </a:solidFill>
                <a:latin typeface="Arial"/>
                <a:ea typeface="+mn-lt"/>
                <a:cs typeface="+mn-lt"/>
              </a:rPr>
              <a:t>Testing is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process</a:t>
            </a:r>
            <a:r>
              <a:rPr lang="hu-HU" sz="2100">
                <a:solidFill>
                  <a:srgbClr val="222222"/>
                </a:solidFill>
                <a:latin typeface="Arial"/>
                <a:ea typeface="+mn-lt"/>
                <a:cs typeface="+mn-lt"/>
              </a:rPr>
              <a:t> of </a:t>
            </a:r>
            <a:r>
              <a:rPr lang="hu-HU" sz="2100" err="1">
                <a:solidFill>
                  <a:srgbClr val="222222"/>
                </a:solidFill>
                <a:latin typeface="Arial"/>
                <a:ea typeface="+mn-lt"/>
                <a:cs typeface="+mn-lt"/>
              </a:rPr>
              <a:t>evaluating</a:t>
            </a:r>
            <a:r>
              <a:rPr lang="hu-HU" sz="2100">
                <a:solidFill>
                  <a:srgbClr val="222222"/>
                </a:solidFill>
                <a:latin typeface="Arial"/>
                <a:ea typeface="+mn-lt"/>
                <a:cs typeface="+mn-lt"/>
              </a:rPr>
              <a:t> and </a:t>
            </a:r>
            <a:r>
              <a:rPr lang="hu-HU" sz="2100" err="1">
                <a:solidFill>
                  <a:srgbClr val="222222"/>
                </a:solidFill>
                <a:latin typeface="Arial"/>
                <a:ea typeface="+mn-lt"/>
                <a:cs typeface="+mn-lt"/>
              </a:rPr>
              <a:t>verifying</a:t>
            </a:r>
            <a:r>
              <a:rPr lang="hu-HU" sz="2100">
                <a:solidFill>
                  <a:srgbClr val="222222"/>
                </a:solidFill>
                <a:latin typeface="Arial"/>
                <a:ea typeface="+mn-lt"/>
                <a:cs typeface="+mn-lt"/>
              </a:rPr>
              <a:t> </a:t>
            </a:r>
            <a:r>
              <a:rPr lang="hu-HU" sz="2100" err="1">
                <a:solidFill>
                  <a:srgbClr val="222222"/>
                </a:solidFill>
                <a:latin typeface="Arial"/>
                <a:ea typeface="+mn-lt"/>
                <a:cs typeface="+mn-lt"/>
              </a:rPr>
              <a:t>that</a:t>
            </a:r>
            <a:r>
              <a:rPr lang="hu-HU" sz="2100">
                <a:solidFill>
                  <a:srgbClr val="222222"/>
                </a:solidFill>
                <a:latin typeface="Arial"/>
                <a:ea typeface="+mn-lt"/>
                <a:cs typeface="+mn-lt"/>
              </a:rPr>
              <a:t> a software </a:t>
            </a:r>
            <a:r>
              <a:rPr lang="hu-HU" sz="2100" err="1">
                <a:solidFill>
                  <a:srgbClr val="222222"/>
                </a:solidFill>
                <a:latin typeface="Arial"/>
                <a:ea typeface="+mn-lt"/>
                <a:cs typeface="+mn-lt"/>
              </a:rPr>
              <a:t>system</a:t>
            </a:r>
            <a:r>
              <a:rPr lang="hu-HU" sz="2100">
                <a:solidFill>
                  <a:srgbClr val="222222"/>
                </a:solidFill>
                <a:latin typeface="Arial"/>
                <a:ea typeface="+mn-lt"/>
                <a:cs typeface="+mn-lt"/>
              </a:rPr>
              <a:t> </a:t>
            </a:r>
            <a:r>
              <a:rPr lang="hu-HU" sz="2100" err="1">
                <a:solidFill>
                  <a:srgbClr val="222222"/>
                </a:solidFill>
                <a:latin typeface="Arial"/>
                <a:ea typeface="+mn-lt"/>
                <a:cs typeface="+mn-lt"/>
              </a:rPr>
              <a:t>or</a:t>
            </a:r>
            <a:r>
              <a:rPr lang="hu-HU" sz="2100">
                <a:solidFill>
                  <a:srgbClr val="222222"/>
                </a:solidFill>
                <a:latin typeface="Arial"/>
                <a:ea typeface="+mn-lt"/>
                <a:cs typeface="+mn-lt"/>
              </a:rPr>
              <a:t> </a:t>
            </a:r>
            <a:r>
              <a:rPr lang="hu-HU" sz="2100" err="1">
                <a:solidFill>
                  <a:srgbClr val="222222"/>
                </a:solidFill>
                <a:latin typeface="Arial"/>
                <a:ea typeface="+mn-lt"/>
                <a:cs typeface="+mn-lt"/>
              </a:rPr>
              <a:t>application</a:t>
            </a:r>
            <a:r>
              <a:rPr lang="hu-HU" sz="2100">
                <a:solidFill>
                  <a:srgbClr val="222222"/>
                </a:solidFill>
                <a:latin typeface="Arial"/>
                <a:ea typeface="+mn-lt"/>
                <a:cs typeface="+mn-lt"/>
              </a:rPr>
              <a:t> </a:t>
            </a:r>
            <a:r>
              <a:rPr lang="hu-HU" sz="2100" err="1">
                <a:solidFill>
                  <a:srgbClr val="222222"/>
                </a:solidFill>
                <a:latin typeface="Arial"/>
                <a:ea typeface="+mn-lt"/>
                <a:cs typeface="+mn-lt"/>
              </a:rPr>
              <a:t>meets</a:t>
            </a:r>
            <a:r>
              <a:rPr lang="hu-HU" sz="2100">
                <a:solidFill>
                  <a:srgbClr val="222222"/>
                </a:solidFill>
                <a:latin typeface="Arial"/>
                <a:ea typeface="+mn-lt"/>
                <a:cs typeface="+mn-lt"/>
              </a:rPr>
              <a:t> </a:t>
            </a:r>
            <a:r>
              <a:rPr lang="hu-HU" sz="2100" err="1">
                <a:solidFill>
                  <a:srgbClr val="222222"/>
                </a:solidFill>
                <a:latin typeface="Arial"/>
                <a:ea typeface="+mn-lt"/>
                <a:cs typeface="+mn-lt"/>
              </a:rPr>
              <a:t>its</a:t>
            </a:r>
            <a:r>
              <a:rPr lang="hu-HU" sz="2100">
                <a:solidFill>
                  <a:srgbClr val="222222"/>
                </a:solidFill>
                <a:latin typeface="Arial"/>
                <a:ea typeface="+mn-lt"/>
                <a:cs typeface="+mn-lt"/>
              </a:rPr>
              <a:t> </a:t>
            </a:r>
            <a:r>
              <a:rPr lang="hu-HU" sz="2100" err="1">
                <a:solidFill>
                  <a:srgbClr val="222222"/>
                </a:solidFill>
                <a:latin typeface="Arial"/>
                <a:ea typeface="+mn-lt"/>
                <a:cs typeface="+mn-lt"/>
              </a:rPr>
              <a:t>specified</a:t>
            </a:r>
            <a:r>
              <a:rPr lang="hu-HU" sz="2100">
                <a:solidFill>
                  <a:srgbClr val="222222"/>
                </a:solidFill>
                <a:latin typeface="Arial"/>
                <a:ea typeface="+mn-lt"/>
                <a:cs typeface="+mn-lt"/>
              </a:rPr>
              <a:t> </a:t>
            </a:r>
            <a:r>
              <a:rPr lang="hu-HU" sz="2100" err="1">
                <a:solidFill>
                  <a:srgbClr val="222222"/>
                </a:solidFill>
                <a:latin typeface="Arial"/>
                <a:ea typeface="+mn-lt"/>
                <a:cs typeface="+mn-lt"/>
              </a:rPr>
              <a:t>requirements</a:t>
            </a:r>
            <a:r>
              <a:rPr lang="hu-HU" sz="2100">
                <a:solidFill>
                  <a:srgbClr val="222222"/>
                </a:solidFill>
                <a:latin typeface="Arial"/>
                <a:ea typeface="+mn-lt"/>
                <a:cs typeface="+mn-lt"/>
              </a:rPr>
              <a:t> and </a:t>
            </a:r>
            <a:r>
              <a:rPr lang="hu-HU" sz="2100" err="1">
                <a:solidFill>
                  <a:srgbClr val="222222"/>
                </a:solidFill>
                <a:latin typeface="Arial"/>
                <a:ea typeface="+mn-lt"/>
                <a:cs typeface="+mn-lt"/>
              </a:rPr>
              <a:t>works</a:t>
            </a:r>
            <a:r>
              <a:rPr lang="hu-HU" sz="2100">
                <a:solidFill>
                  <a:srgbClr val="222222"/>
                </a:solidFill>
                <a:latin typeface="Arial"/>
                <a:ea typeface="+mn-lt"/>
                <a:cs typeface="+mn-lt"/>
              </a:rPr>
              <a:t> </a:t>
            </a:r>
            <a:r>
              <a:rPr lang="hu-HU" sz="2100" err="1">
                <a:solidFill>
                  <a:srgbClr val="222222"/>
                </a:solidFill>
                <a:latin typeface="Arial"/>
                <a:ea typeface="+mn-lt"/>
                <a:cs typeface="+mn-lt"/>
              </a:rPr>
              <a:t>as</a:t>
            </a:r>
            <a:r>
              <a:rPr lang="hu-HU" sz="2100">
                <a:solidFill>
                  <a:srgbClr val="222222"/>
                </a:solidFill>
                <a:latin typeface="Arial"/>
                <a:ea typeface="+mn-lt"/>
                <a:cs typeface="+mn-lt"/>
              </a:rPr>
              <a:t> </a:t>
            </a:r>
            <a:r>
              <a:rPr lang="hu-HU" sz="2100" err="1">
                <a:solidFill>
                  <a:srgbClr val="222222"/>
                </a:solidFill>
                <a:latin typeface="Arial"/>
                <a:ea typeface="+mn-lt"/>
                <a:cs typeface="+mn-lt"/>
              </a:rPr>
              <a:t>intended</a:t>
            </a:r>
            <a:r>
              <a:rPr lang="hu-HU" sz="2100">
                <a:solidFill>
                  <a:srgbClr val="222222"/>
                </a:solidFill>
                <a:latin typeface="Arial"/>
                <a:ea typeface="+mn-lt"/>
                <a:cs typeface="+mn-lt"/>
              </a:rPr>
              <a:t>. </a:t>
            </a:r>
            <a:r>
              <a:rPr lang="hu-HU" sz="2100" err="1">
                <a:solidFill>
                  <a:srgbClr val="222222"/>
                </a:solidFill>
                <a:latin typeface="Arial"/>
                <a:ea typeface="+mn-lt"/>
                <a:cs typeface="+mn-lt"/>
              </a:rPr>
              <a:t>It</a:t>
            </a:r>
            <a:r>
              <a:rPr lang="hu-HU" sz="2100">
                <a:solidFill>
                  <a:srgbClr val="222222"/>
                </a:solidFill>
                <a:latin typeface="Arial"/>
                <a:ea typeface="+mn-lt"/>
                <a:cs typeface="+mn-lt"/>
              </a:rPr>
              <a:t> </a:t>
            </a:r>
            <a:r>
              <a:rPr lang="hu-HU" sz="2100" err="1">
                <a:solidFill>
                  <a:srgbClr val="222222"/>
                </a:solidFill>
                <a:latin typeface="Arial"/>
                <a:ea typeface="+mn-lt"/>
                <a:cs typeface="+mn-lt"/>
              </a:rPr>
              <a:t>involves</a:t>
            </a:r>
            <a:r>
              <a:rPr lang="hu-HU" sz="2100">
                <a:solidFill>
                  <a:srgbClr val="222222"/>
                </a:solidFill>
                <a:latin typeface="Arial"/>
                <a:ea typeface="+mn-lt"/>
                <a:cs typeface="+mn-lt"/>
              </a:rPr>
              <a:t> </a:t>
            </a:r>
            <a:r>
              <a:rPr lang="hu-HU" sz="2100" err="1">
                <a:solidFill>
                  <a:srgbClr val="222222"/>
                </a:solidFill>
                <a:latin typeface="Arial"/>
                <a:ea typeface="+mn-lt"/>
                <a:cs typeface="+mn-lt"/>
              </a:rPr>
              <a:t>executing</a:t>
            </a:r>
            <a:r>
              <a:rPr lang="hu-HU" sz="2100">
                <a:solidFill>
                  <a:srgbClr val="222222"/>
                </a:solidFill>
                <a:latin typeface="Arial"/>
                <a:ea typeface="+mn-lt"/>
                <a:cs typeface="+mn-lt"/>
              </a:rPr>
              <a:t> </a:t>
            </a:r>
            <a:r>
              <a:rPr lang="hu-HU" sz="2100" err="1">
                <a:solidFill>
                  <a:srgbClr val="222222"/>
                </a:solidFill>
                <a:latin typeface="Arial"/>
                <a:ea typeface="+mn-lt"/>
                <a:cs typeface="+mn-lt"/>
              </a:rPr>
              <a:t>the</a:t>
            </a:r>
            <a:r>
              <a:rPr lang="hu-HU" sz="2100">
                <a:solidFill>
                  <a:srgbClr val="222222"/>
                </a:solidFill>
                <a:latin typeface="Arial"/>
                <a:ea typeface="+mn-lt"/>
                <a:cs typeface="+mn-lt"/>
              </a:rPr>
              <a:t> software </a:t>
            </a:r>
            <a:r>
              <a:rPr lang="hu-HU" sz="2100" err="1">
                <a:solidFill>
                  <a:srgbClr val="222222"/>
                </a:solidFill>
                <a:latin typeface="Arial"/>
                <a:ea typeface="+mn-lt"/>
                <a:cs typeface="+mn-lt"/>
              </a:rPr>
              <a:t>with</a:t>
            </a:r>
            <a:r>
              <a:rPr lang="hu-HU" sz="2100">
                <a:solidFill>
                  <a:srgbClr val="222222"/>
                </a:solidFill>
                <a:latin typeface="Arial"/>
                <a:ea typeface="+mn-lt"/>
                <a:cs typeface="+mn-lt"/>
              </a:rPr>
              <a:t> </a:t>
            </a:r>
            <a:r>
              <a:rPr lang="hu-HU" sz="2100" err="1">
                <a:solidFill>
                  <a:srgbClr val="222222"/>
                </a:solidFill>
                <a:latin typeface="Arial"/>
                <a:ea typeface="+mn-lt"/>
                <a:cs typeface="+mn-lt"/>
              </a:rPr>
              <a:t>various</a:t>
            </a:r>
            <a:r>
              <a:rPr lang="hu-HU" sz="2100">
                <a:solidFill>
                  <a:srgbClr val="222222"/>
                </a:solidFill>
                <a:latin typeface="Arial"/>
                <a:ea typeface="+mn-lt"/>
                <a:cs typeface="+mn-lt"/>
              </a:rPr>
              <a:t> </a:t>
            </a:r>
            <a:r>
              <a:rPr lang="hu-HU" sz="2100" err="1">
                <a:solidFill>
                  <a:srgbClr val="222222"/>
                </a:solidFill>
                <a:latin typeface="Arial"/>
                <a:ea typeface="+mn-lt"/>
                <a:cs typeface="+mn-lt"/>
              </a:rPr>
              <a:t>inputs</a:t>
            </a:r>
            <a:r>
              <a:rPr lang="hu-HU" sz="2100">
                <a:solidFill>
                  <a:srgbClr val="222222"/>
                </a:solidFill>
                <a:latin typeface="Arial"/>
                <a:ea typeface="+mn-lt"/>
                <a:cs typeface="+mn-lt"/>
              </a:rPr>
              <a:t> and </a:t>
            </a:r>
            <a:r>
              <a:rPr lang="hu-HU" sz="2100" err="1">
                <a:solidFill>
                  <a:srgbClr val="222222"/>
                </a:solidFill>
                <a:latin typeface="Arial"/>
                <a:ea typeface="+mn-lt"/>
                <a:cs typeface="+mn-lt"/>
              </a:rPr>
              <a:t>scenarios</a:t>
            </a:r>
            <a:r>
              <a:rPr lang="hu-HU" sz="2100">
                <a:solidFill>
                  <a:srgbClr val="222222"/>
                </a:solidFill>
                <a:latin typeface="Arial"/>
                <a:ea typeface="+mn-lt"/>
                <a:cs typeface="+mn-lt"/>
              </a:rPr>
              <a:t> </a:t>
            </a:r>
            <a:r>
              <a:rPr lang="hu-HU" sz="2100" err="1">
                <a:solidFill>
                  <a:srgbClr val="222222"/>
                </a:solidFill>
                <a:latin typeface="Arial"/>
                <a:ea typeface="+mn-lt"/>
                <a:cs typeface="+mn-lt"/>
              </a:rPr>
              <a:t>to</a:t>
            </a:r>
            <a:r>
              <a:rPr lang="hu-HU" sz="2100">
                <a:solidFill>
                  <a:srgbClr val="222222"/>
                </a:solidFill>
                <a:latin typeface="Arial"/>
                <a:ea typeface="+mn-lt"/>
                <a:cs typeface="+mn-lt"/>
              </a:rPr>
              <a:t> </a:t>
            </a:r>
            <a:r>
              <a:rPr lang="hu-HU" sz="2100" err="1">
                <a:solidFill>
                  <a:srgbClr val="222222"/>
                </a:solidFill>
                <a:latin typeface="Arial"/>
                <a:ea typeface="+mn-lt"/>
                <a:cs typeface="+mn-lt"/>
              </a:rPr>
              <a:t>identify</a:t>
            </a:r>
            <a:r>
              <a:rPr lang="hu-HU" sz="2100">
                <a:solidFill>
                  <a:srgbClr val="222222"/>
                </a:solidFill>
                <a:latin typeface="Arial"/>
                <a:ea typeface="+mn-lt"/>
                <a:cs typeface="+mn-lt"/>
              </a:rPr>
              <a:t> </a:t>
            </a:r>
            <a:r>
              <a:rPr lang="hu-HU" sz="2100" err="1">
                <a:solidFill>
                  <a:srgbClr val="222222"/>
                </a:solidFill>
                <a:latin typeface="Arial"/>
                <a:ea typeface="+mn-lt"/>
                <a:cs typeface="+mn-lt"/>
              </a:rPr>
              <a:t>defects</a:t>
            </a:r>
            <a:r>
              <a:rPr lang="hu-HU" sz="2100">
                <a:solidFill>
                  <a:srgbClr val="222222"/>
                </a:solidFill>
                <a:latin typeface="Arial"/>
                <a:ea typeface="+mn-lt"/>
                <a:cs typeface="+mn-lt"/>
              </a:rPr>
              <a:t>, </a:t>
            </a:r>
            <a:r>
              <a:rPr lang="hu-HU" sz="2100" err="1">
                <a:solidFill>
                  <a:srgbClr val="222222"/>
                </a:solidFill>
                <a:latin typeface="Arial"/>
                <a:ea typeface="+mn-lt"/>
                <a:cs typeface="+mn-lt"/>
              </a:rPr>
              <a:t>errors</a:t>
            </a:r>
            <a:r>
              <a:rPr lang="hu-HU" sz="2100">
                <a:solidFill>
                  <a:srgbClr val="222222"/>
                </a:solidFill>
                <a:latin typeface="Arial"/>
                <a:ea typeface="+mn-lt"/>
                <a:cs typeface="+mn-lt"/>
              </a:rPr>
              <a:t>, </a:t>
            </a:r>
            <a:r>
              <a:rPr lang="hu-HU" sz="2100" err="1">
                <a:solidFill>
                  <a:srgbClr val="222222"/>
                </a:solidFill>
                <a:latin typeface="Arial"/>
                <a:ea typeface="+mn-lt"/>
                <a:cs typeface="+mn-lt"/>
              </a:rPr>
              <a:t>or</a:t>
            </a:r>
            <a:r>
              <a:rPr lang="hu-HU" sz="2100">
                <a:solidFill>
                  <a:srgbClr val="222222"/>
                </a:solidFill>
                <a:latin typeface="Arial"/>
                <a:ea typeface="+mn-lt"/>
                <a:cs typeface="+mn-lt"/>
              </a:rPr>
              <a:t> </a:t>
            </a:r>
            <a:r>
              <a:rPr lang="hu-HU" sz="2100" err="1">
                <a:solidFill>
                  <a:srgbClr val="222222"/>
                </a:solidFill>
                <a:latin typeface="Arial"/>
                <a:ea typeface="+mn-lt"/>
                <a:cs typeface="+mn-lt"/>
              </a:rPr>
              <a:t>issues</a:t>
            </a:r>
            <a:r>
              <a:rPr lang="hu-HU" sz="2100">
                <a:solidFill>
                  <a:srgbClr val="222222"/>
                </a:solidFill>
                <a:latin typeface="Arial"/>
                <a:ea typeface="+mn-lt"/>
                <a:cs typeface="+mn-lt"/>
              </a:rPr>
              <a:t> </a:t>
            </a:r>
            <a:r>
              <a:rPr lang="hu-HU" sz="2100" err="1">
                <a:solidFill>
                  <a:srgbClr val="222222"/>
                </a:solidFill>
                <a:latin typeface="Arial"/>
                <a:ea typeface="+mn-lt"/>
                <a:cs typeface="+mn-lt"/>
              </a:rPr>
              <a:t>that</a:t>
            </a:r>
            <a:r>
              <a:rPr lang="hu-HU" sz="2100">
                <a:solidFill>
                  <a:srgbClr val="222222"/>
                </a:solidFill>
                <a:latin typeface="Arial"/>
                <a:ea typeface="+mn-lt"/>
                <a:cs typeface="+mn-lt"/>
              </a:rPr>
              <a:t> </a:t>
            </a:r>
            <a:r>
              <a:rPr lang="hu-HU" sz="2100" err="1">
                <a:solidFill>
                  <a:srgbClr val="222222"/>
                </a:solidFill>
                <a:latin typeface="Arial"/>
                <a:ea typeface="+mn-lt"/>
                <a:cs typeface="+mn-lt"/>
              </a:rPr>
              <a:t>need</a:t>
            </a:r>
            <a:r>
              <a:rPr lang="hu-HU" sz="2100">
                <a:solidFill>
                  <a:srgbClr val="222222"/>
                </a:solidFill>
                <a:latin typeface="Arial"/>
                <a:ea typeface="+mn-lt"/>
                <a:cs typeface="+mn-lt"/>
              </a:rPr>
              <a:t> </a:t>
            </a:r>
            <a:r>
              <a:rPr lang="hu-HU" sz="2100" err="1">
                <a:solidFill>
                  <a:srgbClr val="222222"/>
                </a:solidFill>
                <a:latin typeface="Arial"/>
                <a:ea typeface="+mn-lt"/>
                <a:cs typeface="+mn-lt"/>
              </a:rPr>
              <a:t>to</a:t>
            </a:r>
            <a:r>
              <a:rPr lang="hu-HU" sz="2100">
                <a:solidFill>
                  <a:srgbClr val="222222"/>
                </a:solidFill>
                <a:latin typeface="Arial"/>
                <a:ea typeface="+mn-lt"/>
                <a:cs typeface="+mn-lt"/>
              </a:rPr>
              <a:t> be </a:t>
            </a:r>
            <a:r>
              <a:rPr lang="hu-HU" sz="2100" err="1">
                <a:solidFill>
                  <a:srgbClr val="222222"/>
                </a:solidFill>
                <a:latin typeface="Arial"/>
                <a:ea typeface="+mn-lt"/>
                <a:cs typeface="+mn-lt"/>
              </a:rPr>
              <a:t>addressed</a:t>
            </a:r>
            <a:r>
              <a:rPr lang="hu-HU" sz="2100">
                <a:solidFill>
                  <a:srgbClr val="222222"/>
                </a:solidFill>
                <a:latin typeface="Arial"/>
                <a:ea typeface="+mn-lt"/>
                <a:cs typeface="+mn-lt"/>
              </a:rPr>
              <a:t> </a:t>
            </a:r>
            <a:r>
              <a:rPr lang="hu-HU" sz="2100" err="1">
                <a:solidFill>
                  <a:srgbClr val="222222"/>
                </a:solidFill>
                <a:latin typeface="Arial"/>
                <a:ea typeface="+mn-lt"/>
                <a:cs typeface="+mn-lt"/>
              </a:rPr>
              <a:t>before</a:t>
            </a:r>
            <a:r>
              <a:rPr lang="hu-HU" sz="2100">
                <a:solidFill>
                  <a:srgbClr val="222222"/>
                </a:solidFill>
                <a:latin typeface="Arial"/>
                <a:ea typeface="+mn-lt"/>
                <a:cs typeface="+mn-lt"/>
              </a:rPr>
              <a:t> </a:t>
            </a:r>
            <a:r>
              <a:rPr lang="hu-HU" sz="2100" err="1">
                <a:solidFill>
                  <a:srgbClr val="222222"/>
                </a:solidFill>
                <a:latin typeface="Arial"/>
                <a:ea typeface="+mn-lt"/>
                <a:cs typeface="+mn-lt"/>
              </a:rPr>
              <a:t>the</a:t>
            </a:r>
            <a:r>
              <a:rPr lang="hu-HU" sz="2100">
                <a:solidFill>
                  <a:srgbClr val="222222"/>
                </a:solidFill>
                <a:latin typeface="Arial"/>
                <a:ea typeface="+mn-lt"/>
                <a:cs typeface="+mn-lt"/>
              </a:rPr>
              <a:t> software is </a:t>
            </a:r>
            <a:r>
              <a:rPr lang="hu-HU" sz="2100" err="1">
                <a:solidFill>
                  <a:srgbClr val="222222"/>
                </a:solidFill>
                <a:latin typeface="Arial"/>
                <a:ea typeface="+mn-lt"/>
                <a:cs typeface="+mn-lt"/>
              </a:rPr>
              <a:t>released</a:t>
            </a:r>
            <a:r>
              <a:rPr lang="hu-HU" sz="2100">
                <a:solidFill>
                  <a:srgbClr val="222222"/>
                </a:solidFill>
                <a:latin typeface="Arial"/>
                <a:ea typeface="+mn-lt"/>
                <a:cs typeface="+mn-lt"/>
              </a:rPr>
              <a:t> </a:t>
            </a:r>
            <a:r>
              <a:rPr lang="hu-HU" sz="2100" err="1">
                <a:solidFill>
                  <a:srgbClr val="222222"/>
                </a:solidFill>
                <a:latin typeface="Arial"/>
                <a:ea typeface="+mn-lt"/>
                <a:cs typeface="+mn-lt"/>
              </a:rPr>
              <a:t>or</a:t>
            </a:r>
            <a:r>
              <a:rPr lang="hu-HU" sz="2100">
                <a:solidFill>
                  <a:srgbClr val="222222"/>
                </a:solidFill>
                <a:latin typeface="Arial"/>
                <a:ea typeface="+mn-lt"/>
                <a:cs typeface="+mn-lt"/>
              </a:rPr>
              <a:t> </a:t>
            </a:r>
            <a:r>
              <a:rPr lang="hu-HU" sz="2100" err="1">
                <a:solidFill>
                  <a:srgbClr val="222222"/>
                </a:solidFill>
                <a:latin typeface="Arial"/>
                <a:ea typeface="+mn-lt"/>
                <a:cs typeface="+mn-lt"/>
              </a:rPr>
              <a:t>deployed</a:t>
            </a:r>
            <a:r>
              <a:rPr lang="hu-HU" sz="2100">
                <a:solidFill>
                  <a:srgbClr val="222222"/>
                </a:solidFill>
                <a:latin typeface="Arial"/>
                <a:ea typeface="+mn-lt"/>
                <a:cs typeface="+mn-lt"/>
              </a:rPr>
              <a:t>.</a:t>
            </a:r>
            <a:endParaRPr lang="hu-HU" sz="2100">
              <a:solidFill>
                <a:srgbClr val="222222"/>
              </a:solidFill>
              <a:latin typeface="Arial"/>
              <a:ea typeface="Calibri"/>
              <a:cs typeface="Calibri"/>
            </a:endParaRPr>
          </a:p>
          <a:p>
            <a:r>
              <a:rPr lang="hu-HU" sz="2100">
                <a:solidFill>
                  <a:srgbClr val="222222"/>
                </a:solidFill>
                <a:latin typeface="Arial"/>
                <a:ea typeface="+mn-lt"/>
                <a:cs typeface="+mn-lt"/>
              </a:rPr>
              <a:t>Testing is </a:t>
            </a:r>
            <a:r>
              <a:rPr lang="hu-HU" sz="2100" err="1">
                <a:solidFill>
                  <a:srgbClr val="222222"/>
                </a:solidFill>
                <a:latin typeface="Arial"/>
                <a:ea typeface="+mn-lt"/>
                <a:cs typeface="+mn-lt"/>
              </a:rPr>
              <a:t>crucial</a:t>
            </a:r>
            <a:r>
              <a:rPr lang="hu-HU" sz="2100">
                <a:solidFill>
                  <a:srgbClr val="222222"/>
                </a:solidFill>
                <a:latin typeface="Arial"/>
                <a:ea typeface="+mn-lt"/>
                <a:cs typeface="+mn-lt"/>
              </a:rPr>
              <a:t> in software </a:t>
            </a:r>
            <a:r>
              <a:rPr lang="hu-HU" sz="2100" err="1">
                <a:solidFill>
                  <a:srgbClr val="222222"/>
                </a:solidFill>
                <a:latin typeface="Arial"/>
                <a:ea typeface="+mn-lt"/>
                <a:cs typeface="+mn-lt"/>
              </a:rPr>
              <a:t>development</a:t>
            </a:r>
            <a:r>
              <a:rPr lang="hu-HU" sz="2100">
                <a:solidFill>
                  <a:srgbClr val="222222"/>
                </a:solidFill>
                <a:latin typeface="Arial"/>
                <a:ea typeface="+mn-lt"/>
                <a:cs typeface="+mn-lt"/>
              </a:rPr>
              <a:t> </a:t>
            </a:r>
            <a:r>
              <a:rPr lang="hu-HU" sz="2100" err="1">
                <a:solidFill>
                  <a:srgbClr val="222222"/>
                </a:solidFill>
                <a:latin typeface="Arial"/>
                <a:ea typeface="+mn-lt"/>
                <a:cs typeface="+mn-lt"/>
              </a:rPr>
              <a:t>because</a:t>
            </a:r>
            <a:r>
              <a:rPr lang="hu-HU" sz="2100">
                <a:solidFill>
                  <a:srgbClr val="222222"/>
                </a:solidFill>
                <a:latin typeface="Arial"/>
                <a:ea typeface="+mn-lt"/>
                <a:cs typeface="+mn-lt"/>
              </a:rPr>
              <a:t> </a:t>
            </a:r>
            <a:r>
              <a:rPr lang="hu-HU" sz="2100" err="1">
                <a:solidFill>
                  <a:srgbClr val="222222"/>
                </a:solidFill>
                <a:latin typeface="Arial"/>
                <a:ea typeface="+mn-lt"/>
                <a:cs typeface="+mn-lt"/>
              </a:rPr>
              <a:t>it</a:t>
            </a:r>
            <a:r>
              <a:rPr lang="hu-HU" sz="2100">
                <a:solidFill>
                  <a:srgbClr val="222222"/>
                </a:solidFill>
                <a:latin typeface="Arial"/>
                <a:ea typeface="+mn-lt"/>
                <a:cs typeface="+mn-lt"/>
              </a:rPr>
              <a:t> </a:t>
            </a:r>
            <a:r>
              <a:rPr lang="hu-HU" sz="2100" err="1">
                <a:solidFill>
                  <a:srgbClr val="222222"/>
                </a:solidFill>
                <a:latin typeface="Arial"/>
                <a:ea typeface="+mn-lt"/>
                <a:cs typeface="+mn-lt"/>
              </a:rPr>
              <a:t>helps</a:t>
            </a:r>
            <a:r>
              <a:rPr lang="hu-HU" sz="2100">
                <a:solidFill>
                  <a:srgbClr val="222222"/>
                </a:solidFill>
                <a:latin typeface="Arial"/>
                <a:ea typeface="+mn-lt"/>
                <a:cs typeface="+mn-lt"/>
              </a:rPr>
              <a:t> </a:t>
            </a:r>
            <a:r>
              <a:rPr lang="hu-HU" sz="2100" err="1">
                <a:solidFill>
                  <a:srgbClr val="222222"/>
                </a:solidFill>
                <a:latin typeface="Arial"/>
                <a:ea typeface="+mn-lt"/>
                <a:cs typeface="+mn-lt"/>
              </a:rPr>
              <a:t>ensure</a:t>
            </a:r>
            <a:r>
              <a:rPr lang="hu-HU" sz="2100">
                <a:solidFill>
                  <a:srgbClr val="222222"/>
                </a:solidFill>
                <a:latin typeface="Arial"/>
                <a:ea typeface="+mn-lt"/>
                <a:cs typeface="+mn-lt"/>
              </a:rPr>
              <a:t>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quality</a:t>
            </a:r>
            <a:r>
              <a:rPr lang="hu-HU" sz="2100">
                <a:solidFill>
                  <a:srgbClr val="222222"/>
                </a:solidFill>
                <a:latin typeface="Arial"/>
                <a:ea typeface="+mn-lt"/>
                <a:cs typeface="+mn-lt"/>
              </a:rPr>
              <a:t>, </a:t>
            </a:r>
            <a:r>
              <a:rPr lang="hu-HU" sz="2100" err="1">
                <a:solidFill>
                  <a:srgbClr val="222222"/>
                </a:solidFill>
                <a:latin typeface="Arial"/>
                <a:ea typeface="+mn-lt"/>
                <a:cs typeface="+mn-lt"/>
              </a:rPr>
              <a:t>reliability</a:t>
            </a:r>
            <a:r>
              <a:rPr lang="hu-HU" sz="2100">
                <a:solidFill>
                  <a:srgbClr val="222222"/>
                </a:solidFill>
                <a:latin typeface="Arial"/>
                <a:ea typeface="+mn-lt"/>
                <a:cs typeface="+mn-lt"/>
              </a:rPr>
              <a:t>, and </a:t>
            </a:r>
            <a:r>
              <a:rPr lang="hu-HU" sz="2100" err="1">
                <a:solidFill>
                  <a:srgbClr val="222222"/>
                </a:solidFill>
                <a:latin typeface="Arial"/>
                <a:ea typeface="+mn-lt"/>
                <a:cs typeface="+mn-lt"/>
              </a:rPr>
              <a:t>correctness</a:t>
            </a:r>
            <a:r>
              <a:rPr lang="hu-HU" sz="2100">
                <a:solidFill>
                  <a:srgbClr val="222222"/>
                </a:solidFill>
                <a:latin typeface="Arial"/>
                <a:ea typeface="+mn-lt"/>
                <a:cs typeface="+mn-lt"/>
              </a:rPr>
              <a:t> of </a:t>
            </a:r>
            <a:r>
              <a:rPr lang="hu-HU" sz="2100" err="1">
                <a:solidFill>
                  <a:srgbClr val="222222"/>
                </a:solidFill>
                <a:latin typeface="Arial"/>
                <a:ea typeface="+mn-lt"/>
                <a:cs typeface="+mn-lt"/>
              </a:rPr>
              <a:t>the</a:t>
            </a:r>
            <a:r>
              <a:rPr lang="hu-HU" sz="2100">
                <a:solidFill>
                  <a:srgbClr val="222222"/>
                </a:solidFill>
                <a:latin typeface="Arial"/>
                <a:ea typeface="+mn-lt"/>
                <a:cs typeface="+mn-lt"/>
              </a:rPr>
              <a:t> software. </a:t>
            </a:r>
            <a:r>
              <a:rPr lang="hu-HU" sz="2100" err="1">
                <a:solidFill>
                  <a:srgbClr val="222222"/>
                </a:solidFill>
                <a:latin typeface="Arial"/>
                <a:ea typeface="+mn-lt"/>
                <a:cs typeface="+mn-lt"/>
              </a:rPr>
              <a:t>It</a:t>
            </a:r>
            <a:r>
              <a:rPr lang="hu-HU" sz="2100">
                <a:solidFill>
                  <a:srgbClr val="222222"/>
                </a:solidFill>
                <a:latin typeface="Arial"/>
                <a:ea typeface="+mn-lt"/>
                <a:cs typeface="+mn-lt"/>
              </a:rPr>
              <a:t> </a:t>
            </a:r>
            <a:r>
              <a:rPr lang="hu-HU" sz="2100" err="1">
                <a:solidFill>
                  <a:srgbClr val="222222"/>
                </a:solidFill>
                <a:latin typeface="Arial"/>
                <a:ea typeface="+mn-lt"/>
                <a:cs typeface="+mn-lt"/>
              </a:rPr>
              <a:t>also</a:t>
            </a:r>
            <a:r>
              <a:rPr lang="hu-HU" sz="2100">
                <a:solidFill>
                  <a:srgbClr val="222222"/>
                </a:solidFill>
                <a:latin typeface="Arial"/>
                <a:ea typeface="+mn-lt"/>
                <a:cs typeface="+mn-lt"/>
              </a:rPr>
              <a:t> </a:t>
            </a:r>
            <a:r>
              <a:rPr lang="hu-HU" sz="2100" err="1">
                <a:solidFill>
                  <a:srgbClr val="222222"/>
                </a:solidFill>
                <a:latin typeface="Arial"/>
                <a:ea typeface="+mn-lt"/>
                <a:cs typeface="+mn-lt"/>
              </a:rPr>
              <a:t>helps</a:t>
            </a:r>
            <a:r>
              <a:rPr lang="hu-HU" sz="2100">
                <a:solidFill>
                  <a:srgbClr val="222222"/>
                </a:solidFill>
                <a:latin typeface="Arial"/>
                <a:ea typeface="+mn-lt"/>
                <a:cs typeface="+mn-lt"/>
              </a:rPr>
              <a:t> </a:t>
            </a:r>
            <a:r>
              <a:rPr lang="hu-HU" sz="2100" err="1">
                <a:solidFill>
                  <a:srgbClr val="222222"/>
                </a:solidFill>
                <a:latin typeface="Arial"/>
                <a:ea typeface="+mn-lt"/>
                <a:cs typeface="+mn-lt"/>
              </a:rPr>
              <a:t>to</a:t>
            </a:r>
            <a:r>
              <a:rPr lang="hu-HU" sz="2100">
                <a:solidFill>
                  <a:srgbClr val="222222"/>
                </a:solidFill>
                <a:latin typeface="Arial"/>
                <a:ea typeface="+mn-lt"/>
                <a:cs typeface="+mn-lt"/>
              </a:rPr>
              <a:t> </a:t>
            </a:r>
            <a:r>
              <a:rPr lang="hu-HU" sz="2100" err="1">
                <a:solidFill>
                  <a:srgbClr val="222222"/>
                </a:solidFill>
                <a:latin typeface="Arial"/>
                <a:ea typeface="+mn-lt"/>
                <a:cs typeface="+mn-lt"/>
              </a:rPr>
              <a:t>identify</a:t>
            </a:r>
            <a:r>
              <a:rPr lang="hu-HU" sz="2100">
                <a:solidFill>
                  <a:srgbClr val="222222"/>
                </a:solidFill>
                <a:latin typeface="Arial"/>
                <a:ea typeface="+mn-lt"/>
                <a:cs typeface="+mn-lt"/>
              </a:rPr>
              <a:t> and fix </a:t>
            </a:r>
            <a:r>
              <a:rPr lang="hu-HU" sz="2100" err="1">
                <a:solidFill>
                  <a:srgbClr val="222222"/>
                </a:solidFill>
                <a:latin typeface="Arial"/>
                <a:ea typeface="+mn-lt"/>
                <a:cs typeface="+mn-lt"/>
              </a:rPr>
              <a:t>issues</a:t>
            </a:r>
            <a:r>
              <a:rPr lang="hu-HU" sz="2100">
                <a:solidFill>
                  <a:srgbClr val="222222"/>
                </a:solidFill>
                <a:latin typeface="Arial"/>
                <a:ea typeface="+mn-lt"/>
                <a:cs typeface="+mn-lt"/>
              </a:rPr>
              <a:t> </a:t>
            </a:r>
            <a:r>
              <a:rPr lang="hu-HU" sz="2100" err="1">
                <a:solidFill>
                  <a:srgbClr val="222222"/>
                </a:solidFill>
                <a:latin typeface="Arial"/>
                <a:ea typeface="+mn-lt"/>
                <a:cs typeface="+mn-lt"/>
              </a:rPr>
              <a:t>early</a:t>
            </a:r>
            <a:r>
              <a:rPr lang="hu-HU" sz="2100">
                <a:solidFill>
                  <a:srgbClr val="222222"/>
                </a:solidFill>
                <a:latin typeface="Arial"/>
                <a:ea typeface="+mn-lt"/>
                <a:cs typeface="+mn-lt"/>
              </a:rPr>
              <a:t> in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development</a:t>
            </a:r>
            <a:r>
              <a:rPr lang="hu-HU" sz="2100">
                <a:solidFill>
                  <a:srgbClr val="222222"/>
                </a:solidFill>
                <a:latin typeface="Arial"/>
                <a:ea typeface="+mn-lt"/>
                <a:cs typeface="+mn-lt"/>
              </a:rPr>
              <a:t> </a:t>
            </a:r>
            <a:r>
              <a:rPr lang="hu-HU" sz="2100" err="1">
                <a:solidFill>
                  <a:srgbClr val="222222"/>
                </a:solidFill>
                <a:latin typeface="Arial"/>
                <a:ea typeface="+mn-lt"/>
                <a:cs typeface="+mn-lt"/>
              </a:rPr>
              <a:t>cycle</a:t>
            </a:r>
            <a:r>
              <a:rPr lang="hu-HU" sz="2100">
                <a:solidFill>
                  <a:srgbClr val="222222"/>
                </a:solidFill>
                <a:latin typeface="Arial"/>
                <a:ea typeface="+mn-lt"/>
                <a:cs typeface="+mn-lt"/>
              </a:rPr>
              <a:t>, </a:t>
            </a:r>
            <a:r>
              <a:rPr lang="hu-HU" sz="2100" err="1">
                <a:solidFill>
                  <a:srgbClr val="222222"/>
                </a:solidFill>
                <a:latin typeface="Arial"/>
                <a:ea typeface="+mn-lt"/>
                <a:cs typeface="+mn-lt"/>
              </a:rPr>
              <a:t>which</a:t>
            </a:r>
            <a:r>
              <a:rPr lang="hu-HU" sz="2100">
                <a:solidFill>
                  <a:srgbClr val="222222"/>
                </a:solidFill>
                <a:latin typeface="Arial"/>
                <a:ea typeface="+mn-lt"/>
                <a:cs typeface="+mn-lt"/>
              </a:rPr>
              <a:t> </a:t>
            </a:r>
            <a:r>
              <a:rPr lang="hu-HU" sz="2100" err="1">
                <a:solidFill>
                  <a:srgbClr val="222222"/>
                </a:solidFill>
                <a:latin typeface="Arial"/>
                <a:ea typeface="+mn-lt"/>
                <a:cs typeface="+mn-lt"/>
              </a:rPr>
              <a:t>can</a:t>
            </a:r>
            <a:r>
              <a:rPr lang="hu-HU" sz="2100">
                <a:solidFill>
                  <a:srgbClr val="222222"/>
                </a:solidFill>
                <a:latin typeface="Arial"/>
                <a:ea typeface="+mn-lt"/>
                <a:cs typeface="+mn-lt"/>
              </a:rPr>
              <a:t> </a:t>
            </a:r>
            <a:r>
              <a:rPr lang="hu-HU" sz="2100" err="1">
                <a:solidFill>
                  <a:srgbClr val="222222"/>
                </a:solidFill>
                <a:latin typeface="Arial"/>
                <a:ea typeface="+mn-lt"/>
                <a:cs typeface="+mn-lt"/>
              </a:rPr>
              <a:t>save</a:t>
            </a:r>
            <a:r>
              <a:rPr lang="hu-HU" sz="2100">
                <a:solidFill>
                  <a:srgbClr val="222222"/>
                </a:solidFill>
                <a:latin typeface="Arial"/>
                <a:ea typeface="+mn-lt"/>
                <a:cs typeface="+mn-lt"/>
              </a:rPr>
              <a:t> </a:t>
            </a:r>
            <a:r>
              <a:rPr lang="hu-HU" sz="2100" err="1">
                <a:solidFill>
                  <a:srgbClr val="222222"/>
                </a:solidFill>
                <a:latin typeface="Arial"/>
                <a:ea typeface="+mn-lt"/>
                <a:cs typeface="+mn-lt"/>
              </a:rPr>
              <a:t>time</a:t>
            </a:r>
            <a:r>
              <a:rPr lang="hu-HU" sz="2100">
                <a:solidFill>
                  <a:srgbClr val="222222"/>
                </a:solidFill>
                <a:latin typeface="Arial"/>
                <a:ea typeface="+mn-lt"/>
                <a:cs typeface="+mn-lt"/>
              </a:rPr>
              <a:t> and </a:t>
            </a:r>
            <a:r>
              <a:rPr lang="hu-HU" sz="2100" err="1">
                <a:solidFill>
                  <a:srgbClr val="222222"/>
                </a:solidFill>
                <a:latin typeface="Arial"/>
                <a:ea typeface="+mn-lt"/>
                <a:cs typeface="+mn-lt"/>
              </a:rPr>
              <a:t>resources</a:t>
            </a:r>
            <a:r>
              <a:rPr lang="hu-HU" sz="2100">
                <a:solidFill>
                  <a:srgbClr val="222222"/>
                </a:solidFill>
                <a:latin typeface="Arial"/>
                <a:ea typeface="+mn-lt"/>
                <a:cs typeface="+mn-lt"/>
              </a:rPr>
              <a:t> in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long</a:t>
            </a:r>
            <a:r>
              <a:rPr lang="hu-HU" sz="2100">
                <a:solidFill>
                  <a:srgbClr val="222222"/>
                </a:solidFill>
                <a:latin typeface="Arial"/>
                <a:ea typeface="+mn-lt"/>
                <a:cs typeface="+mn-lt"/>
              </a:rPr>
              <a:t> </a:t>
            </a:r>
            <a:r>
              <a:rPr lang="hu-HU" sz="2100" err="1">
                <a:solidFill>
                  <a:srgbClr val="222222"/>
                </a:solidFill>
                <a:latin typeface="Arial"/>
                <a:ea typeface="+mn-lt"/>
                <a:cs typeface="+mn-lt"/>
              </a:rPr>
              <a:t>run</a:t>
            </a:r>
            <a:r>
              <a:rPr lang="hu-HU" sz="2100">
                <a:solidFill>
                  <a:srgbClr val="222222"/>
                </a:solidFill>
                <a:latin typeface="Arial"/>
                <a:ea typeface="+mn-lt"/>
                <a:cs typeface="+mn-lt"/>
              </a:rPr>
              <a:t>.</a:t>
            </a:r>
            <a:endParaRPr lang="hu-HU" sz="2100">
              <a:solidFill>
                <a:srgbClr val="222222"/>
              </a:solidFill>
              <a:latin typeface="Arial"/>
              <a:ea typeface="Calibri"/>
              <a:cs typeface="Calibri"/>
            </a:endParaRPr>
          </a:p>
        </p:txBody>
      </p:sp>
      <p:pic>
        <p:nvPicPr>
          <p:cNvPr id="4" name="Kép 3" descr="A képen szöveg, rajzfilm látható&#10;&#10;Automatikusan generált leírás">
            <a:extLst>
              <a:ext uri="{FF2B5EF4-FFF2-40B4-BE49-F238E27FC236}">
                <a16:creationId xmlns:a16="http://schemas.microsoft.com/office/drawing/2014/main" id="{891A2C5F-3C8F-1649-0ED8-E570A1E34207}"/>
              </a:ext>
            </a:extLst>
          </p:cNvPr>
          <p:cNvPicPr>
            <a:picLocks noChangeAspect="1"/>
          </p:cNvPicPr>
          <p:nvPr/>
        </p:nvPicPr>
        <p:blipFill>
          <a:blip r:embed="rId2"/>
          <a:stretch>
            <a:fillRect/>
          </a:stretch>
        </p:blipFill>
        <p:spPr>
          <a:xfrm>
            <a:off x="6097176" y="248826"/>
            <a:ext cx="5867869" cy="3293532"/>
          </a:xfrm>
          <a:prstGeom prst="rect">
            <a:avLst/>
          </a:prstGeom>
        </p:spPr>
      </p:pic>
    </p:spTree>
    <p:extLst>
      <p:ext uri="{BB962C8B-B14F-4D97-AF65-F5344CB8AC3E}">
        <p14:creationId xmlns:p14="http://schemas.microsoft.com/office/powerpoint/2010/main" val="1430584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564256E4-75EB-0CDE-60E4-10D6B07405E6}"/>
              </a:ext>
            </a:extLst>
          </p:cNvPr>
          <p:cNvSpPr>
            <a:spLocks noGrp="1"/>
          </p:cNvSpPr>
          <p:nvPr>
            <p:ph idx="1"/>
          </p:nvPr>
        </p:nvSpPr>
        <p:spPr>
          <a:xfrm>
            <a:off x="301978" y="132292"/>
            <a:ext cx="11738562" cy="6430374"/>
          </a:xfrm>
        </p:spPr>
        <p:txBody>
          <a:bodyPr vert="horz" lIns="91440" tIns="45720" rIns="91440" bIns="45720" rtlCol="0" anchor="t">
            <a:normAutofit lnSpcReduction="10000"/>
          </a:bodyPr>
          <a:lstStyle/>
          <a:p>
            <a:pPr marL="0" indent="0">
              <a:buNone/>
            </a:pPr>
            <a:r>
              <a:rPr lang="hu-HU" sz="3200" err="1">
                <a:solidFill>
                  <a:schemeClr val="accent1"/>
                </a:solidFill>
                <a:latin typeface="Arial"/>
                <a:ea typeface="+mn-lt"/>
                <a:cs typeface="+mn-lt"/>
              </a:rPr>
              <a:t>What</a:t>
            </a:r>
            <a:r>
              <a:rPr lang="hu-HU" sz="3200">
                <a:solidFill>
                  <a:schemeClr val="accent1"/>
                </a:solidFill>
                <a:latin typeface="Arial"/>
                <a:ea typeface="+mn-lt"/>
                <a:cs typeface="+mn-lt"/>
              </a:rPr>
              <a:t> </a:t>
            </a:r>
            <a:r>
              <a:rPr lang="hu-HU" sz="3200" err="1">
                <a:solidFill>
                  <a:schemeClr val="accent1"/>
                </a:solidFill>
                <a:latin typeface="Arial"/>
                <a:ea typeface="+mn-lt"/>
                <a:cs typeface="+mn-lt"/>
              </a:rPr>
              <a:t>are</a:t>
            </a:r>
            <a:r>
              <a:rPr lang="hu-HU" sz="3200">
                <a:solidFill>
                  <a:schemeClr val="accent1"/>
                </a:solidFill>
                <a:latin typeface="Arial"/>
                <a:ea typeface="+mn-lt"/>
                <a:cs typeface="+mn-lt"/>
              </a:rPr>
              <a:t> Test </a:t>
            </a:r>
            <a:r>
              <a:rPr lang="hu-HU" sz="3200" err="1">
                <a:solidFill>
                  <a:schemeClr val="accent1"/>
                </a:solidFill>
                <a:latin typeface="Arial"/>
                <a:ea typeface="+mn-lt"/>
                <a:cs typeface="+mn-lt"/>
              </a:rPr>
              <a:t>Cases</a:t>
            </a:r>
            <a:r>
              <a:rPr lang="hu-HU" sz="3200">
                <a:solidFill>
                  <a:schemeClr val="accent1"/>
                </a:solidFill>
                <a:latin typeface="Arial"/>
                <a:ea typeface="+mn-lt"/>
                <a:cs typeface="+mn-lt"/>
              </a:rPr>
              <a:t> ?</a:t>
            </a:r>
            <a:endParaRPr lang="hu-HU" sz="3200">
              <a:solidFill>
                <a:schemeClr val="accent1"/>
              </a:solidFill>
              <a:latin typeface="Arial"/>
            </a:endParaRPr>
          </a:p>
          <a:p>
            <a:pPr marL="0" indent="0">
              <a:buNone/>
            </a:pPr>
            <a:endParaRPr lang="hu-HU" sz="2100">
              <a:solidFill>
                <a:schemeClr val="accent1"/>
              </a:solidFill>
              <a:latin typeface="Arial"/>
              <a:ea typeface="+mn-lt"/>
              <a:cs typeface="+mn-lt"/>
            </a:endParaRPr>
          </a:p>
          <a:p>
            <a:pPr marL="0" indent="0">
              <a:buNone/>
            </a:pPr>
            <a:r>
              <a:rPr lang="hu-HU" sz="2100">
                <a:latin typeface="Arial"/>
                <a:ea typeface="+mn-lt"/>
                <a:cs typeface="+mn-lt"/>
              </a:rPr>
              <a:t>Test </a:t>
            </a:r>
            <a:r>
              <a:rPr lang="hu-HU" sz="2100" err="1">
                <a:latin typeface="Arial"/>
                <a:ea typeface="+mn-lt"/>
                <a:cs typeface="+mn-lt"/>
              </a:rPr>
              <a:t>cases</a:t>
            </a:r>
            <a:r>
              <a:rPr lang="hu-HU" sz="2100">
                <a:latin typeface="Arial"/>
                <a:ea typeface="+mn-lt"/>
                <a:cs typeface="+mn-lt"/>
              </a:rPr>
              <a:t> in unit testing </a:t>
            </a:r>
            <a:r>
              <a:rPr lang="hu-HU" sz="2100" err="1">
                <a:latin typeface="Arial"/>
                <a:ea typeface="+mn-lt"/>
                <a:cs typeface="+mn-lt"/>
              </a:rPr>
              <a:t>are</a:t>
            </a:r>
            <a:r>
              <a:rPr lang="hu-HU" sz="2100">
                <a:latin typeface="Arial"/>
                <a:ea typeface="+mn-lt"/>
                <a:cs typeface="+mn-lt"/>
              </a:rPr>
              <a:t> like mini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They</a:t>
            </a:r>
            <a:r>
              <a:rPr lang="hu-HU" sz="2100">
                <a:latin typeface="Arial"/>
                <a:ea typeface="+mn-lt"/>
                <a:cs typeface="+mn-lt"/>
              </a:rPr>
              <a:t> </a:t>
            </a:r>
            <a:r>
              <a:rPr lang="hu-HU" sz="2100" err="1">
                <a:latin typeface="Arial"/>
                <a:ea typeface="+mn-lt"/>
                <a:cs typeface="+mn-lt"/>
              </a:rPr>
              <a:t>check</a:t>
            </a:r>
            <a:r>
              <a:rPr lang="hu-HU" sz="2100">
                <a:latin typeface="Arial"/>
                <a:ea typeface="+mn-lt"/>
                <a:cs typeface="+mn-lt"/>
              </a:rPr>
              <a:t> </a:t>
            </a:r>
            <a:r>
              <a:rPr lang="hu-HU" sz="2100" err="1">
                <a:latin typeface="Arial"/>
                <a:ea typeface="+mn-lt"/>
                <a:cs typeface="+mn-lt"/>
              </a:rPr>
              <a:t>individual</a:t>
            </a:r>
            <a:r>
              <a:rPr lang="hu-HU" sz="2100">
                <a:latin typeface="Arial"/>
                <a:ea typeface="+mn-lt"/>
                <a:cs typeface="+mn-lt"/>
              </a:rPr>
              <a:t> </a:t>
            </a:r>
            <a:r>
              <a:rPr lang="hu-HU" sz="2100" err="1">
                <a:latin typeface="Arial"/>
                <a:ea typeface="+mn-lt"/>
                <a:cs typeface="+mn-lt"/>
              </a:rPr>
              <a:t>parts</a:t>
            </a:r>
            <a:r>
              <a:rPr lang="hu-HU" sz="2100">
                <a:latin typeface="Arial"/>
                <a:ea typeface="+mn-lt"/>
                <a:cs typeface="+mn-lt"/>
              </a:rPr>
              <a:t> of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(like </a:t>
            </a:r>
            <a:r>
              <a:rPr lang="hu-HU" sz="2100" err="1">
                <a:latin typeface="Arial"/>
                <a:ea typeface="+mn-lt"/>
                <a:cs typeface="+mn-lt"/>
              </a:rPr>
              <a:t>functions</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make</a:t>
            </a:r>
            <a:r>
              <a:rPr lang="hu-HU" sz="2100">
                <a:latin typeface="Arial"/>
                <a:ea typeface="+mn-lt"/>
                <a:cs typeface="+mn-lt"/>
              </a:rPr>
              <a:t> </a:t>
            </a:r>
            <a:r>
              <a:rPr lang="hu-HU" sz="2100" err="1">
                <a:latin typeface="Arial"/>
                <a:ea typeface="+mn-lt"/>
                <a:cs typeface="+mn-lt"/>
              </a:rPr>
              <a:t>sure</a:t>
            </a:r>
            <a:r>
              <a:rPr lang="hu-HU" sz="2100">
                <a:latin typeface="Arial"/>
                <a:ea typeface="+mn-lt"/>
                <a:cs typeface="+mn-lt"/>
              </a:rPr>
              <a:t> </a:t>
            </a:r>
            <a:r>
              <a:rPr lang="hu-HU" sz="2100" err="1">
                <a:latin typeface="Arial"/>
                <a:ea typeface="+mn-lt"/>
                <a:cs typeface="+mn-lt"/>
              </a:rPr>
              <a:t>they</a:t>
            </a:r>
            <a:r>
              <a:rPr lang="hu-HU" sz="2100">
                <a:latin typeface="Arial"/>
                <a:ea typeface="+mn-lt"/>
                <a:cs typeface="+mn-lt"/>
              </a:rPr>
              <a:t> </a:t>
            </a:r>
            <a:r>
              <a:rPr lang="hu-HU" sz="2100" err="1">
                <a:latin typeface="Arial"/>
                <a:ea typeface="+mn-lt"/>
                <a:cs typeface="+mn-lt"/>
              </a:rPr>
              <a:t>work</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expected</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different</a:t>
            </a:r>
            <a:r>
              <a:rPr lang="hu-HU" sz="2100">
                <a:latin typeface="Arial"/>
                <a:ea typeface="+mn-lt"/>
                <a:cs typeface="+mn-lt"/>
              </a:rPr>
              <a:t> inputs. </a:t>
            </a:r>
            <a:r>
              <a:rPr lang="hu-HU" sz="2100" err="1">
                <a:latin typeface="Arial"/>
                <a:ea typeface="+mn-lt"/>
                <a:cs typeface="+mn-lt"/>
              </a:rPr>
              <a:t>This</a:t>
            </a:r>
            <a:r>
              <a:rPr lang="hu-HU" sz="2100">
                <a:latin typeface="Arial"/>
                <a:ea typeface="+mn-lt"/>
                <a:cs typeface="+mn-lt"/>
              </a:rPr>
              <a:t> </a:t>
            </a:r>
            <a:r>
              <a:rPr lang="hu-HU" sz="2100" err="1">
                <a:latin typeface="Arial"/>
                <a:ea typeface="+mn-lt"/>
                <a:cs typeface="+mn-lt"/>
              </a:rPr>
              <a:t>helps</a:t>
            </a:r>
            <a:r>
              <a:rPr lang="hu-HU" sz="2100">
                <a:latin typeface="Arial"/>
                <a:ea typeface="+mn-lt"/>
                <a:cs typeface="+mn-lt"/>
              </a:rPr>
              <a:t> </a:t>
            </a:r>
            <a:r>
              <a:rPr lang="hu-HU" sz="2100" err="1">
                <a:latin typeface="Arial"/>
                <a:ea typeface="+mn-lt"/>
                <a:cs typeface="+mn-lt"/>
              </a:rPr>
              <a:t>catch</a:t>
            </a:r>
            <a:r>
              <a:rPr lang="hu-HU" sz="2100">
                <a:latin typeface="Arial"/>
                <a:ea typeface="+mn-lt"/>
                <a:cs typeface="+mn-lt"/>
              </a:rPr>
              <a:t> </a:t>
            </a:r>
            <a:r>
              <a:rPr lang="hu-HU" sz="2100" err="1">
                <a:latin typeface="Arial"/>
                <a:ea typeface="+mn-lt"/>
                <a:cs typeface="+mn-lt"/>
              </a:rPr>
              <a:t>bugs</a:t>
            </a:r>
            <a:r>
              <a:rPr lang="hu-HU" sz="2100">
                <a:latin typeface="Arial"/>
                <a:ea typeface="+mn-lt"/>
                <a:cs typeface="+mn-lt"/>
              </a:rPr>
              <a:t> </a:t>
            </a:r>
            <a:r>
              <a:rPr lang="hu-HU" sz="2100" err="1">
                <a:latin typeface="Arial"/>
                <a:ea typeface="+mn-lt"/>
                <a:cs typeface="+mn-lt"/>
              </a:rPr>
              <a:t>early</a:t>
            </a:r>
            <a:r>
              <a:rPr lang="hu-HU" sz="2100">
                <a:latin typeface="Arial"/>
                <a:ea typeface="+mn-lt"/>
                <a:cs typeface="+mn-lt"/>
              </a:rPr>
              <a:t> and </a:t>
            </a:r>
            <a:r>
              <a:rPr lang="hu-HU" sz="2100" err="1">
                <a:latin typeface="Arial"/>
                <a:ea typeface="+mn-lt"/>
                <a:cs typeface="+mn-lt"/>
              </a:rPr>
              <a:t>keep</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reliable</a:t>
            </a:r>
            <a:r>
              <a:rPr lang="hu-HU" sz="2100">
                <a:latin typeface="Arial"/>
                <a:ea typeface="+mn-lt"/>
                <a:cs typeface="+mn-lt"/>
              </a:rPr>
              <a:t> and </a:t>
            </a:r>
            <a:r>
              <a:rPr lang="hu-HU" sz="2100" err="1">
                <a:latin typeface="Arial"/>
                <a:ea typeface="+mn-lt"/>
                <a:cs typeface="+mn-lt"/>
              </a:rPr>
              <a:t>working</a:t>
            </a:r>
            <a:r>
              <a:rPr lang="hu-HU" sz="2100">
                <a:latin typeface="Arial"/>
                <a:ea typeface="+mn-lt"/>
                <a:cs typeface="+mn-lt"/>
              </a:rPr>
              <a:t> </a:t>
            </a:r>
            <a:r>
              <a:rPr lang="hu-HU" sz="2100" err="1">
                <a:latin typeface="Arial"/>
                <a:ea typeface="+mn-lt"/>
                <a:cs typeface="+mn-lt"/>
              </a:rPr>
              <a:t>smoothly</a:t>
            </a:r>
            <a:r>
              <a:rPr lang="hu-HU" sz="2100">
                <a:latin typeface="Arial"/>
                <a:ea typeface="+mn-lt"/>
                <a:cs typeface="+mn-lt"/>
              </a:rPr>
              <a:t>.</a:t>
            </a:r>
            <a:endParaRPr lang="hu-HU" sz="2100">
              <a:latin typeface="Arial"/>
              <a:cs typeface="Arial"/>
            </a:endParaRPr>
          </a:p>
          <a:p>
            <a:pPr marL="0" indent="0">
              <a:buNone/>
            </a:pPr>
            <a:endParaRPr lang="hu-HU" sz="2100">
              <a:latin typeface="Arial"/>
              <a:ea typeface="+mn-lt"/>
              <a:cs typeface="+mn-lt"/>
            </a:endParaRPr>
          </a:p>
          <a:p>
            <a:pPr marL="0" indent="0">
              <a:buNone/>
            </a:pPr>
            <a:r>
              <a:rPr lang="hu-HU" sz="2100" err="1">
                <a:latin typeface="Arial"/>
                <a:ea typeface="+mn-lt"/>
                <a:cs typeface="+mn-lt"/>
              </a:rPr>
              <a:t>Types</a:t>
            </a:r>
            <a:r>
              <a:rPr lang="hu-HU" sz="2100">
                <a:latin typeface="Arial"/>
                <a:ea typeface="+mn-lt"/>
                <a:cs typeface="+mn-lt"/>
              </a:rPr>
              <a:t> of test </a:t>
            </a:r>
            <a:r>
              <a:rPr lang="hu-HU" sz="2100" err="1">
                <a:latin typeface="Arial"/>
                <a:ea typeface="+mn-lt"/>
                <a:cs typeface="+mn-lt"/>
              </a:rPr>
              <a:t>cases</a:t>
            </a:r>
            <a:r>
              <a:rPr lang="hu-HU" sz="2100">
                <a:latin typeface="Arial"/>
                <a:ea typeface="+mn-lt"/>
                <a:cs typeface="+mn-lt"/>
              </a:rPr>
              <a:t> in unit testing :</a:t>
            </a:r>
            <a:endParaRPr lang="hu-HU" sz="2100">
              <a:latin typeface="Arial"/>
              <a:cs typeface="Arial"/>
            </a:endParaRPr>
          </a:p>
          <a:p>
            <a:pPr marL="0" indent="0">
              <a:buNone/>
            </a:pPr>
            <a:endParaRPr lang="hu-HU" sz="2100">
              <a:latin typeface="Arial"/>
              <a:cs typeface="Arial"/>
            </a:endParaRPr>
          </a:p>
          <a:p>
            <a:pPr marL="342900" indent="-342900"/>
            <a:r>
              <a:rPr lang="hu-HU" sz="2100" err="1">
                <a:latin typeface="Arial"/>
                <a:ea typeface="+mn-lt"/>
                <a:cs typeface="+mn-lt"/>
              </a:rPr>
              <a:t>Positive</a:t>
            </a:r>
            <a:r>
              <a:rPr lang="hu-HU" sz="2100">
                <a:latin typeface="Arial"/>
                <a:ea typeface="+mn-lt"/>
                <a:cs typeface="+mn-lt"/>
              </a:rPr>
              <a:t> Test </a:t>
            </a:r>
            <a:r>
              <a:rPr lang="hu-HU" sz="2100" err="1">
                <a:latin typeface="Arial"/>
                <a:ea typeface="+mn-lt"/>
                <a:cs typeface="+mn-lt"/>
              </a:rPr>
              <a:t>Cases</a:t>
            </a:r>
            <a:endParaRPr lang="hu-HU" sz="2100">
              <a:latin typeface="Arial"/>
              <a:cs typeface="Arial"/>
            </a:endParaRPr>
          </a:p>
          <a:p>
            <a:pPr marL="514350" lvl="1" indent="-285750"/>
            <a:r>
              <a:rPr lang="hu-HU" sz="2100" err="1">
                <a:latin typeface="Arial"/>
                <a:ea typeface="+mn-lt"/>
                <a:cs typeface="+mn-lt"/>
              </a:rPr>
              <a:t>Purpose</a:t>
            </a:r>
            <a:r>
              <a:rPr lang="hu-HU" sz="2100">
                <a:latin typeface="Arial"/>
                <a:ea typeface="+mn-lt"/>
                <a:cs typeface="+mn-lt"/>
              </a:rPr>
              <a:t>: </a:t>
            </a:r>
            <a:r>
              <a:rPr lang="hu-HU" sz="2100" err="1">
                <a:latin typeface="Arial"/>
                <a:ea typeface="+mn-lt"/>
                <a:cs typeface="+mn-lt"/>
              </a:rPr>
              <a:t>Verify</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functions</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expected</a:t>
            </a:r>
            <a:r>
              <a:rPr lang="hu-HU" sz="2100">
                <a:latin typeface="Arial"/>
                <a:ea typeface="+mn-lt"/>
                <a:cs typeface="+mn-lt"/>
              </a:rPr>
              <a:t> </a:t>
            </a:r>
            <a:r>
              <a:rPr lang="hu-HU" sz="2100" err="1">
                <a:latin typeface="Arial"/>
                <a:ea typeface="+mn-lt"/>
                <a:cs typeface="+mn-lt"/>
              </a:rPr>
              <a:t>when</a:t>
            </a:r>
            <a:r>
              <a:rPr lang="hu-HU" sz="2100">
                <a:latin typeface="Arial"/>
                <a:ea typeface="+mn-lt"/>
                <a:cs typeface="+mn-lt"/>
              </a:rPr>
              <a:t> </a:t>
            </a:r>
            <a:r>
              <a:rPr lang="hu-HU" sz="2100" err="1">
                <a:latin typeface="Arial"/>
                <a:ea typeface="+mn-lt"/>
                <a:cs typeface="+mn-lt"/>
              </a:rPr>
              <a:t>provided</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valid</a:t>
            </a:r>
            <a:r>
              <a:rPr lang="hu-HU" sz="2100">
                <a:latin typeface="Arial"/>
                <a:ea typeface="+mn-lt"/>
                <a:cs typeface="+mn-lt"/>
              </a:rPr>
              <a:t> inputs.</a:t>
            </a:r>
            <a:endParaRPr lang="hu-HU" sz="2100">
              <a:latin typeface="Arial"/>
              <a:cs typeface="Arial"/>
            </a:endParaRPr>
          </a:p>
          <a:p>
            <a:pPr marL="514350" lvl="1" indent="-285750"/>
            <a:r>
              <a:rPr lang="hu-HU" sz="2100" err="1">
                <a:latin typeface="Arial"/>
                <a:ea typeface="+mn-lt"/>
                <a:cs typeface="+mn-lt"/>
              </a:rPr>
              <a:t>Focus</a:t>
            </a:r>
            <a:r>
              <a:rPr lang="hu-HU" sz="2100">
                <a:latin typeface="Arial"/>
                <a:ea typeface="+mn-lt"/>
                <a:cs typeface="+mn-lt"/>
              </a:rPr>
              <a:t>: </a:t>
            </a:r>
            <a:r>
              <a:rPr lang="hu-HU" sz="2100" err="1">
                <a:latin typeface="Arial"/>
                <a:ea typeface="+mn-lt"/>
                <a:cs typeface="+mn-lt"/>
              </a:rPr>
              <a:t>These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aim</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confirm</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produces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correct</a:t>
            </a:r>
            <a:r>
              <a:rPr lang="hu-HU" sz="2100">
                <a:latin typeface="Arial"/>
                <a:ea typeface="+mn-lt"/>
                <a:cs typeface="+mn-lt"/>
              </a:rPr>
              <a:t> output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exhibits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desired</a:t>
            </a:r>
            <a:r>
              <a:rPr lang="hu-HU" sz="2100">
                <a:latin typeface="Arial"/>
                <a:ea typeface="+mn-lt"/>
                <a:cs typeface="+mn-lt"/>
              </a:rPr>
              <a:t> </a:t>
            </a:r>
            <a:r>
              <a:rPr lang="hu-HU" sz="2100" err="1">
                <a:latin typeface="Arial"/>
                <a:ea typeface="+mn-lt"/>
                <a:cs typeface="+mn-lt"/>
              </a:rPr>
              <a:t>behavior</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typical</a:t>
            </a:r>
            <a:r>
              <a:rPr lang="hu-HU" sz="2100">
                <a:latin typeface="Arial"/>
                <a:ea typeface="+mn-lt"/>
                <a:cs typeface="+mn-lt"/>
              </a:rPr>
              <a:t>, </a:t>
            </a:r>
            <a:r>
              <a:rPr lang="hu-HU" sz="2100" err="1">
                <a:latin typeface="Arial"/>
                <a:ea typeface="+mn-lt"/>
                <a:cs typeface="+mn-lt"/>
              </a:rPr>
              <a:t>correct</a:t>
            </a:r>
            <a:r>
              <a:rPr lang="hu-HU" sz="2100">
                <a:latin typeface="Arial"/>
                <a:ea typeface="+mn-lt"/>
                <a:cs typeface="+mn-lt"/>
              </a:rPr>
              <a:t> </a:t>
            </a:r>
            <a:r>
              <a:rPr lang="hu-HU" sz="2100" err="1">
                <a:latin typeface="Arial"/>
                <a:ea typeface="+mn-lt"/>
                <a:cs typeface="+mn-lt"/>
              </a:rPr>
              <a:t>data</a:t>
            </a:r>
            <a:r>
              <a:rPr lang="hu-HU" sz="2100">
                <a:latin typeface="Arial"/>
                <a:ea typeface="+mn-lt"/>
                <a:cs typeface="+mn-lt"/>
              </a:rPr>
              <a:t>.</a:t>
            </a:r>
          </a:p>
          <a:p>
            <a:pPr marL="342900" indent="-342900"/>
            <a:endParaRPr lang="hu-HU" sz="2100">
              <a:latin typeface="Arial"/>
              <a:cs typeface="Arial"/>
            </a:endParaRPr>
          </a:p>
          <a:p>
            <a:pPr marL="342900" indent="-342900"/>
            <a:r>
              <a:rPr lang="hu-HU" sz="2100" err="1">
                <a:latin typeface="Arial"/>
                <a:ea typeface="+mn-lt"/>
                <a:cs typeface="+mn-lt"/>
              </a:rPr>
              <a:t>Negative</a:t>
            </a:r>
            <a:r>
              <a:rPr lang="hu-HU" sz="2100">
                <a:latin typeface="Arial"/>
                <a:ea typeface="+mn-lt"/>
                <a:cs typeface="+mn-lt"/>
              </a:rPr>
              <a:t> Test </a:t>
            </a:r>
            <a:r>
              <a:rPr lang="hu-HU" sz="2100" err="1">
                <a:latin typeface="Arial"/>
                <a:ea typeface="+mn-lt"/>
                <a:cs typeface="+mn-lt"/>
              </a:rPr>
              <a:t>Cases</a:t>
            </a:r>
            <a:endParaRPr lang="hu-HU" sz="2100">
              <a:latin typeface="Arial"/>
              <a:cs typeface="Arial"/>
            </a:endParaRPr>
          </a:p>
          <a:p>
            <a:pPr marL="514350" lvl="1" indent="-285750"/>
            <a:r>
              <a:rPr lang="hu-HU" sz="2100" err="1">
                <a:latin typeface="Arial"/>
                <a:ea typeface="+mn-lt"/>
                <a:cs typeface="+mn-lt"/>
              </a:rPr>
              <a:t>Purpose</a:t>
            </a:r>
            <a:r>
              <a:rPr lang="hu-HU" sz="2100">
                <a:latin typeface="Arial"/>
                <a:ea typeface="+mn-lt"/>
                <a:cs typeface="+mn-lt"/>
              </a:rPr>
              <a:t>: Test </a:t>
            </a:r>
            <a:r>
              <a:rPr lang="hu-HU" sz="2100" err="1">
                <a:latin typeface="Arial"/>
                <a:ea typeface="+mn-lt"/>
                <a:cs typeface="+mn-lt"/>
              </a:rPr>
              <a:t>how</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handles</a:t>
            </a:r>
            <a:r>
              <a:rPr lang="hu-HU" sz="2100">
                <a:latin typeface="Arial"/>
                <a:ea typeface="+mn-lt"/>
                <a:cs typeface="+mn-lt"/>
              </a:rPr>
              <a:t> </a:t>
            </a:r>
            <a:r>
              <a:rPr lang="hu-HU" sz="2100" err="1">
                <a:latin typeface="Arial"/>
                <a:ea typeface="+mn-lt"/>
                <a:cs typeface="+mn-lt"/>
              </a:rPr>
              <a:t>invalid</a:t>
            </a:r>
            <a:r>
              <a:rPr lang="hu-HU" sz="2100">
                <a:latin typeface="Arial"/>
                <a:ea typeface="+mn-lt"/>
                <a:cs typeface="+mn-lt"/>
              </a:rPr>
              <a:t> </a:t>
            </a:r>
            <a:r>
              <a:rPr lang="hu-HU" sz="2100" err="1">
                <a:latin typeface="Arial"/>
                <a:ea typeface="+mn-lt"/>
                <a:cs typeface="+mn-lt"/>
              </a:rPr>
              <a:t>inputs</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unexpected</a:t>
            </a:r>
            <a:r>
              <a:rPr lang="hu-HU" sz="2100">
                <a:latin typeface="Arial"/>
                <a:ea typeface="+mn-lt"/>
                <a:cs typeface="+mn-lt"/>
              </a:rPr>
              <a:t> </a:t>
            </a:r>
            <a:r>
              <a:rPr lang="hu-HU" sz="2100" err="1">
                <a:latin typeface="Arial"/>
                <a:ea typeface="+mn-lt"/>
                <a:cs typeface="+mn-lt"/>
              </a:rPr>
              <a:t>scenarios</a:t>
            </a:r>
            <a:r>
              <a:rPr lang="hu-HU" sz="2100">
                <a:latin typeface="Arial"/>
                <a:ea typeface="+mn-lt"/>
                <a:cs typeface="+mn-lt"/>
              </a:rPr>
              <a:t>. The </a:t>
            </a:r>
            <a:r>
              <a:rPr lang="hu-HU" sz="2100" err="1">
                <a:latin typeface="Arial"/>
                <a:ea typeface="+mn-lt"/>
                <a:cs typeface="+mn-lt"/>
              </a:rPr>
              <a:t>goal</a:t>
            </a:r>
            <a:r>
              <a:rPr lang="hu-HU" sz="2100">
                <a:latin typeface="Arial"/>
                <a:ea typeface="+mn-lt"/>
                <a:cs typeface="+mn-lt"/>
              </a:rPr>
              <a:t> is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ensure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responds</a:t>
            </a:r>
            <a:r>
              <a:rPr lang="hu-HU" sz="2100">
                <a:latin typeface="Arial"/>
                <a:ea typeface="+mn-lt"/>
                <a:cs typeface="+mn-lt"/>
              </a:rPr>
              <a:t> </a:t>
            </a:r>
            <a:r>
              <a:rPr lang="hu-HU" sz="2100" err="1">
                <a:latin typeface="Arial"/>
                <a:ea typeface="+mn-lt"/>
                <a:cs typeface="+mn-lt"/>
              </a:rPr>
              <a:t>gracefully</a:t>
            </a:r>
            <a:r>
              <a:rPr lang="hu-HU" sz="2100">
                <a:latin typeface="Arial"/>
                <a:ea typeface="+mn-lt"/>
                <a:cs typeface="+mn-lt"/>
              </a:rPr>
              <a:t> and </a:t>
            </a:r>
            <a:r>
              <a:rPr lang="hu-HU" sz="2100" err="1">
                <a:latin typeface="Arial"/>
                <a:ea typeface="+mn-lt"/>
                <a:cs typeface="+mn-lt"/>
              </a:rPr>
              <a:t>produces</a:t>
            </a:r>
            <a:r>
              <a:rPr lang="hu-HU" sz="2100">
                <a:latin typeface="Arial"/>
                <a:ea typeface="+mn-lt"/>
                <a:cs typeface="+mn-lt"/>
              </a:rPr>
              <a:t> </a:t>
            </a:r>
            <a:r>
              <a:rPr lang="hu-HU" sz="2100" err="1">
                <a:latin typeface="Arial"/>
                <a:ea typeface="+mn-lt"/>
                <a:cs typeface="+mn-lt"/>
              </a:rPr>
              <a:t>appropriate</a:t>
            </a:r>
            <a:r>
              <a:rPr lang="hu-HU" sz="2100">
                <a:latin typeface="Arial"/>
                <a:ea typeface="+mn-lt"/>
                <a:cs typeface="+mn-lt"/>
              </a:rPr>
              <a:t> </a:t>
            </a:r>
            <a:r>
              <a:rPr lang="hu-HU" sz="2100" err="1">
                <a:latin typeface="Arial"/>
                <a:ea typeface="+mn-lt"/>
                <a:cs typeface="+mn-lt"/>
              </a:rPr>
              <a:t>error</a:t>
            </a:r>
            <a:r>
              <a:rPr lang="hu-HU" sz="2100">
                <a:latin typeface="Arial"/>
                <a:ea typeface="+mn-lt"/>
                <a:cs typeface="+mn-lt"/>
              </a:rPr>
              <a:t> </a:t>
            </a:r>
            <a:r>
              <a:rPr lang="hu-HU" sz="2100" err="1">
                <a:latin typeface="Arial"/>
                <a:ea typeface="+mn-lt"/>
                <a:cs typeface="+mn-lt"/>
              </a:rPr>
              <a:t>messages</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exceptions</a:t>
            </a:r>
            <a:r>
              <a:rPr lang="hu-HU" sz="2100">
                <a:latin typeface="Arial"/>
                <a:ea typeface="+mn-lt"/>
                <a:cs typeface="+mn-lt"/>
              </a:rPr>
              <a:t>.</a:t>
            </a:r>
            <a:endParaRPr lang="hu-HU" sz="2100">
              <a:latin typeface="Arial"/>
              <a:cs typeface="Arial"/>
            </a:endParaRPr>
          </a:p>
          <a:p>
            <a:pPr marL="514350" lvl="1" indent="-285750"/>
            <a:r>
              <a:rPr lang="hu-HU" sz="2100" err="1">
                <a:latin typeface="Arial"/>
                <a:ea typeface="+mn-lt"/>
                <a:cs typeface="+mn-lt"/>
              </a:rPr>
              <a:t>Focus</a:t>
            </a:r>
            <a:r>
              <a:rPr lang="hu-HU" sz="2100">
                <a:latin typeface="Arial"/>
                <a:ea typeface="+mn-lt"/>
                <a:cs typeface="+mn-lt"/>
              </a:rPr>
              <a:t>: </a:t>
            </a:r>
            <a:r>
              <a:rPr lang="hu-HU" sz="2100" err="1">
                <a:latin typeface="Arial"/>
                <a:ea typeface="+mn-lt"/>
                <a:cs typeface="+mn-lt"/>
              </a:rPr>
              <a:t>These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deliberately</a:t>
            </a:r>
            <a:r>
              <a:rPr lang="hu-HU" sz="2100">
                <a:latin typeface="Arial"/>
                <a:ea typeface="+mn-lt"/>
                <a:cs typeface="+mn-lt"/>
              </a:rPr>
              <a:t> </a:t>
            </a:r>
            <a:r>
              <a:rPr lang="hu-HU" sz="2100" err="1">
                <a:latin typeface="Arial"/>
                <a:ea typeface="+mn-lt"/>
                <a:cs typeface="+mn-lt"/>
              </a:rPr>
              <a:t>try</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break</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(in a </a:t>
            </a:r>
            <a:r>
              <a:rPr lang="hu-HU" sz="2100" err="1">
                <a:latin typeface="Arial"/>
                <a:ea typeface="+mn-lt"/>
                <a:cs typeface="+mn-lt"/>
              </a:rPr>
              <a:t>controlled</a:t>
            </a:r>
            <a:r>
              <a:rPr lang="hu-HU" sz="2100">
                <a:latin typeface="Arial"/>
                <a:ea typeface="+mn-lt"/>
                <a:cs typeface="+mn-lt"/>
              </a:rPr>
              <a:t> </a:t>
            </a:r>
            <a:r>
              <a:rPr lang="hu-HU" sz="2100" err="1">
                <a:latin typeface="Arial"/>
                <a:ea typeface="+mn-lt"/>
                <a:cs typeface="+mn-lt"/>
              </a:rPr>
              <a:t>way</a:t>
            </a:r>
            <a:r>
              <a:rPr lang="hu-HU" sz="2100">
                <a:latin typeface="Arial"/>
                <a:ea typeface="+mn-lt"/>
                <a:cs typeface="+mn-lt"/>
              </a:rPr>
              <a:t>). </a:t>
            </a:r>
            <a:r>
              <a:rPr lang="hu-HU" sz="2100" err="1">
                <a:latin typeface="Arial"/>
                <a:ea typeface="+mn-lt"/>
                <a:cs typeface="+mn-lt"/>
              </a:rPr>
              <a:t>They</a:t>
            </a:r>
            <a:r>
              <a:rPr lang="hu-HU" sz="2100">
                <a:latin typeface="Arial"/>
                <a:ea typeface="+mn-lt"/>
                <a:cs typeface="+mn-lt"/>
              </a:rPr>
              <a:t> </a:t>
            </a:r>
            <a:r>
              <a:rPr lang="hu-HU" sz="2100" err="1">
                <a:latin typeface="Arial"/>
                <a:ea typeface="+mn-lt"/>
                <a:cs typeface="+mn-lt"/>
              </a:rPr>
              <a:t>cover</a:t>
            </a:r>
            <a:r>
              <a:rPr lang="hu-HU" sz="2100">
                <a:latin typeface="Arial"/>
                <a:ea typeface="+mn-lt"/>
                <a:cs typeface="+mn-lt"/>
              </a:rPr>
              <a:t> </a:t>
            </a:r>
            <a:r>
              <a:rPr lang="hu-HU" sz="2100" err="1">
                <a:latin typeface="Arial"/>
                <a:ea typeface="+mn-lt"/>
                <a:cs typeface="+mn-lt"/>
              </a:rPr>
              <a:t>edge</a:t>
            </a:r>
            <a:r>
              <a:rPr lang="hu-HU" sz="2100">
                <a:latin typeface="Arial"/>
                <a:ea typeface="+mn-lt"/>
                <a:cs typeface="+mn-lt"/>
              </a:rPr>
              <a:t> </a:t>
            </a:r>
            <a:r>
              <a:rPr lang="hu-HU" sz="2100" err="1">
                <a:latin typeface="Arial"/>
                <a:ea typeface="+mn-lt"/>
                <a:cs typeface="+mn-lt"/>
              </a:rPr>
              <a:t>cases</a:t>
            </a:r>
            <a:r>
              <a:rPr lang="hu-HU" sz="2100">
                <a:latin typeface="Arial"/>
                <a:ea typeface="+mn-lt"/>
                <a:cs typeface="+mn-lt"/>
              </a:rPr>
              <a:t>, </a:t>
            </a:r>
            <a:r>
              <a:rPr lang="hu-HU" sz="2100" err="1">
                <a:latin typeface="Arial"/>
                <a:ea typeface="+mn-lt"/>
                <a:cs typeface="+mn-lt"/>
              </a:rPr>
              <a:t>boundary</a:t>
            </a:r>
            <a:r>
              <a:rPr lang="hu-HU" sz="2100">
                <a:latin typeface="Arial"/>
                <a:ea typeface="+mn-lt"/>
                <a:cs typeface="+mn-lt"/>
              </a:rPr>
              <a:t> </a:t>
            </a:r>
            <a:r>
              <a:rPr lang="hu-HU" sz="2100" err="1">
                <a:latin typeface="Arial"/>
                <a:ea typeface="+mn-lt"/>
                <a:cs typeface="+mn-lt"/>
              </a:rPr>
              <a:t>values</a:t>
            </a:r>
            <a:r>
              <a:rPr lang="hu-HU" sz="2100">
                <a:latin typeface="Arial"/>
                <a:ea typeface="+mn-lt"/>
                <a:cs typeface="+mn-lt"/>
              </a:rPr>
              <a:t>, and </a:t>
            </a:r>
            <a:r>
              <a:rPr lang="hu-HU" sz="2100" err="1">
                <a:latin typeface="Arial"/>
                <a:ea typeface="+mn-lt"/>
                <a:cs typeface="+mn-lt"/>
              </a:rPr>
              <a:t>incorrect</a:t>
            </a:r>
            <a:r>
              <a:rPr lang="hu-HU" sz="2100">
                <a:latin typeface="Arial"/>
                <a:ea typeface="+mn-lt"/>
                <a:cs typeface="+mn-lt"/>
              </a:rPr>
              <a:t> </a:t>
            </a:r>
            <a:r>
              <a:rPr lang="hu-HU" sz="2100" err="1">
                <a:latin typeface="Arial"/>
                <a:ea typeface="+mn-lt"/>
                <a:cs typeface="+mn-lt"/>
              </a:rPr>
              <a:t>data</a:t>
            </a:r>
            <a:r>
              <a:rPr lang="hu-HU" sz="2100">
                <a:latin typeface="Arial"/>
                <a:ea typeface="+mn-lt"/>
                <a:cs typeface="+mn-lt"/>
              </a:rPr>
              <a:t> </a:t>
            </a:r>
            <a:r>
              <a:rPr lang="hu-HU" sz="2100" err="1">
                <a:latin typeface="Arial"/>
                <a:ea typeface="+mn-lt"/>
                <a:cs typeface="+mn-lt"/>
              </a:rPr>
              <a:t>types</a:t>
            </a:r>
            <a:r>
              <a:rPr lang="hu-HU" sz="2100">
                <a:latin typeface="Arial"/>
                <a:ea typeface="+mn-lt"/>
                <a:cs typeface="+mn-lt"/>
              </a:rPr>
              <a:t>.</a:t>
            </a:r>
            <a:endParaRPr lang="hu-HU" sz="2100">
              <a:latin typeface="Arial"/>
              <a:cs typeface="Arial"/>
            </a:endParaRPr>
          </a:p>
          <a:p>
            <a:pPr marL="0" indent="0">
              <a:buNone/>
            </a:pPr>
            <a:endParaRPr lang="hu-HU" sz="2100">
              <a:latin typeface="Arial"/>
              <a:ea typeface="+mn-lt"/>
              <a:cs typeface="+mn-lt"/>
            </a:endParaRPr>
          </a:p>
          <a:p>
            <a:pPr marL="342900" indent="-342900"/>
            <a:endParaRPr lang="hu-HU" sz="2100">
              <a:latin typeface="Arial"/>
              <a:cs typeface="Arial"/>
            </a:endParaRPr>
          </a:p>
        </p:txBody>
      </p:sp>
    </p:spTree>
    <p:extLst>
      <p:ext uri="{BB962C8B-B14F-4D97-AF65-F5344CB8AC3E}">
        <p14:creationId xmlns:p14="http://schemas.microsoft.com/office/powerpoint/2010/main" val="214699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B605A5E3-FCE4-0E28-74F3-1B06DB5667AF}"/>
              </a:ext>
            </a:extLst>
          </p:cNvPr>
          <p:cNvSpPr>
            <a:spLocks noGrp="1"/>
          </p:cNvSpPr>
          <p:nvPr>
            <p:ph idx="1"/>
          </p:nvPr>
        </p:nvSpPr>
        <p:spPr>
          <a:xfrm>
            <a:off x="320793" y="367478"/>
            <a:ext cx="10515600" cy="5828300"/>
          </a:xfrm>
        </p:spPr>
        <p:txBody>
          <a:bodyPr vert="horz" lIns="91440" tIns="45720" rIns="91440" bIns="45720" rtlCol="0" anchor="t">
            <a:normAutofit/>
          </a:bodyPr>
          <a:lstStyle/>
          <a:p>
            <a:pPr marL="0" indent="0">
              <a:buNone/>
            </a:pPr>
            <a:r>
              <a:rPr lang="hu-HU" sz="2100" err="1">
                <a:latin typeface="Arial"/>
                <a:ea typeface="+mn-lt"/>
                <a:cs typeface="+mn-lt"/>
              </a:rPr>
              <a:t>Positive</a:t>
            </a:r>
            <a:r>
              <a:rPr lang="hu-HU" sz="2100">
                <a:latin typeface="Arial"/>
                <a:ea typeface="+mn-lt"/>
                <a:cs typeface="+mn-lt"/>
              </a:rPr>
              <a:t> and </a:t>
            </a:r>
            <a:r>
              <a:rPr lang="hu-HU" sz="2100" err="1">
                <a:latin typeface="Arial"/>
                <a:ea typeface="+mn-lt"/>
                <a:cs typeface="+mn-lt"/>
              </a:rPr>
              <a:t>negative</a:t>
            </a:r>
            <a:r>
              <a:rPr lang="hu-HU" sz="2100">
                <a:latin typeface="Arial"/>
                <a:ea typeface="+mn-lt"/>
                <a:cs typeface="+mn-lt"/>
              </a:rPr>
              <a:t> test </a:t>
            </a:r>
            <a:r>
              <a:rPr lang="hu-HU" sz="2100" err="1">
                <a:latin typeface="Arial"/>
                <a:ea typeface="+mn-lt"/>
                <a:cs typeface="+mn-lt"/>
              </a:rPr>
              <a:t>cases</a:t>
            </a:r>
            <a:r>
              <a:rPr lang="hu-HU" sz="2100">
                <a:latin typeface="Arial"/>
                <a:ea typeface="+mn-lt"/>
                <a:cs typeface="+mn-lt"/>
              </a:rPr>
              <a:t> </a:t>
            </a:r>
            <a:r>
              <a:rPr lang="hu-HU" sz="2100" err="1">
                <a:latin typeface="Arial"/>
                <a:ea typeface="+mn-lt"/>
                <a:cs typeface="+mn-lt"/>
              </a:rPr>
              <a:t>work</a:t>
            </a:r>
            <a:r>
              <a:rPr lang="hu-HU" sz="2100">
                <a:latin typeface="Arial"/>
                <a:ea typeface="+mn-lt"/>
                <a:cs typeface="+mn-lt"/>
              </a:rPr>
              <a:t> </a:t>
            </a:r>
            <a:r>
              <a:rPr lang="hu-HU" sz="2100" err="1">
                <a:latin typeface="Arial"/>
                <a:ea typeface="+mn-lt"/>
                <a:cs typeface="+mn-lt"/>
              </a:rPr>
              <a:t>hand</a:t>
            </a:r>
            <a:r>
              <a:rPr lang="hu-HU" sz="2100">
                <a:latin typeface="Arial"/>
                <a:ea typeface="+mn-lt"/>
                <a:cs typeface="+mn-lt"/>
              </a:rPr>
              <a:t>-in-</a:t>
            </a:r>
            <a:r>
              <a:rPr lang="hu-HU" sz="2100" err="1">
                <a:latin typeface="Arial"/>
                <a:ea typeface="+mn-lt"/>
                <a:cs typeface="+mn-lt"/>
              </a:rPr>
              <a:t>hand</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provide</a:t>
            </a:r>
            <a:r>
              <a:rPr lang="hu-HU" sz="2100">
                <a:latin typeface="Arial"/>
                <a:ea typeface="+mn-lt"/>
                <a:cs typeface="+mn-lt"/>
              </a:rPr>
              <a:t> a </a:t>
            </a:r>
            <a:r>
              <a:rPr lang="hu-HU" sz="2100" err="1">
                <a:latin typeface="Arial"/>
                <a:ea typeface="+mn-lt"/>
                <a:cs typeface="+mn-lt"/>
              </a:rPr>
              <a:t>comprehensive</a:t>
            </a:r>
            <a:r>
              <a:rPr lang="hu-HU" sz="2100">
                <a:latin typeface="Arial"/>
                <a:ea typeface="+mn-lt"/>
                <a:cs typeface="+mn-lt"/>
              </a:rPr>
              <a:t> testing </a:t>
            </a:r>
            <a:r>
              <a:rPr lang="hu-HU" sz="2100" err="1">
                <a:latin typeface="Arial"/>
                <a:ea typeface="+mn-lt"/>
                <a:cs typeface="+mn-lt"/>
              </a:rPr>
              <a:t>strategy.Positive</a:t>
            </a:r>
            <a:r>
              <a:rPr lang="hu-HU" sz="2100">
                <a:latin typeface="Arial"/>
                <a:ea typeface="+mn-lt"/>
                <a:cs typeface="+mn-lt"/>
              </a:rPr>
              <a:t> test </a:t>
            </a:r>
            <a:r>
              <a:rPr lang="hu-HU" sz="2100" err="1">
                <a:latin typeface="Arial"/>
                <a:ea typeface="+mn-lt"/>
                <a:cs typeface="+mn-lt"/>
              </a:rPr>
              <a:t>cases</a:t>
            </a:r>
            <a:r>
              <a:rPr lang="hu-HU" sz="2100">
                <a:latin typeface="Arial"/>
                <a:ea typeface="+mn-lt"/>
                <a:cs typeface="+mn-lt"/>
              </a:rPr>
              <a:t> </a:t>
            </a:r>
            <a:r>
              <a:rPr lang="hu-HU" sz="2100" err="1">
                <a:latin typeface="Arial"/>
                <a:ea typeface="+mn-lt"/>
                <a:cs typeface="+mn-lt"/>
              </a:rPr>
              <a:t>ensure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core</a:t>
            </a:r>
            <a:r>
              <a:rPr lang="hu-HU" sz="2100">
                <a:latin typeface="Arial"/>
                <a:ea typeface="+mn-lt"/>
                <a:cs typeface="+mn-lt"/>
              </a:rPr>
              <a:t> </a:t>
            </a:r>
            <a:r>
              <a:rPr lang="hu-HU" sz="2100" err="1">
                <a:latin typeface="Arial"/>
                <a:ea typeface="+mn-lt"/>
                <a:cs typeface="+mn-lt"/>
              </a:rPr>
              <a:t>functionality</a:t>
            </a:r>
            <a:r>
              <a:rPr lang="hu-HU" sz="2100">
                <a:latin typeface="Arial"/>
                <a:ea typeface="+mn-lt"/>
                <a:cs typeface="+mn-lt"/>
              </a:rPr>
              <a:t> of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works</a:t>
            </a:r>
            <a:r>
              <a:rPr lang="hu-HU" sz="2100">
                <a:latin typeface="Arial"/>
                <a:ea typeface="+mn-lt"/>
                <a:cs typeface="+mn-lt"/>
              </a:rPr>
              <a:t> </a:t>
            </a:r>
            <a:r>
              <a:rPr lang="hu-HU" sz="2100" err="1">
                <a:latin typeface="Arial"/>
                <a:ea typeface="+mn-lt"/>
                <a:cs typeface="+mn-lt"/>
              </a:rPr>
              <a:t>under</a:t>
            </a:r>
            <a:r>
              <a:rPr lang="hu-HU" sz="2100">
                <a:latin typeface="Arial"/>
                <a:ea typeface="+mn-lt"/>
                <a:cs typeface="+mn-lt"/>
              </a:rPr>
              <a:t> </a:t>
            </a:r>
            <a:r>
              <a:rPr lang="hu-HU" sz="2100" err="1">
                <a:latin typeface="Arial"/>
                <a:ea typeface="+mn-lt"/>
                <a:cs typeface="+mn-lt"/>
              </a:rPr>
              <a:t>normal</a:t>
            </a:r>
            <a:r>
              <a:rPr lang="hu-HU" sz="2100">
                <a:latin typeface="Arial"/>
                <a:ea typeface="+mn-lt"/>
                <a:cs typeface="+mn-lt"/>
              </a:rPr>
              <a:t> </a:t>
            </a:r>
            <a:r>
              <a:rPr lang="hu-HU" sz="2100" err="1">
                <a:latin typeface="Arial"/>
                <a:ea typeface="+mn-lt"/>
                <a:cs typeface="+mn-lt"/>
              </a:rPr>
              <a:t>conditions</a:t>
            </a:r>
            <a:r>
              <a:rPr lang="hu-HU" sz="2100">
                <a:latin typeface="Arial"/>
                <a:ea typeface="+mn-lt"/>
                <a:cs typeface="+mn-lt"/>
              </a:rPr>
              <a:t> and </a:t>
            </a:r>
            <a:r>
              <a:rPr lang="hu-HU" sz="2100" err="1">
                <a:latin typeface="Arial"/>
                <a:ea typeface="+mn-lt"/>
                <a:cs typeface="+mn-lt"/>
              </a:rPr>
              <a:t>negative</a:t>
            </a:r>
            <a:r>
              <a:rPr lang="hu-HU" sz="2100">
                <a:latin typeface="Arial"/>
                <a:ea typeface="+mn-lt"/>
                <a:cs typeface="+mn-lt"/>
              </a:rPr>
              <a:t> test </a:t>
            </a:r>
            <a:r>
              <a:rPr lang="hu-HU" sz="2100" err="1">
                <a:latin typeface="Arial"/>
                <a:ea typeface="+mn-lt"/>
                <a:cs typeface="+mn-lt"/>
              </a:rPr>
              <a:t>cases</a:t>
            </a:r>
            <a:r>
              <a:rPr lang="hu-HU" sz="2100">
                <a:latin typeface="Arial"/>
                <a:ea typeface="+mn-lt"/>
                <a:cs typeface="+mn-lt"/>
              </a:rPr>
              <a:t> </a:t>
            </a:r>
            <a:r>
              <a:rPr lang="hu-HU" sz="2100" err="1">
                <a:latin typeface="Arial"/>
                <a:ea typeface="+mn-lt"/>
                <a:cs typeface="+mn-lt"/>
              </a:rPr>
              <a:t>protect</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against</a:t>
            </a:r>
            <a:r>
              <a:rPr lang="hu-HU" sz="2100">
                <a:latin typeface="Arial"/>
                <a:ea typeface="+mn-lt"/>
                <a:cs typeface="+mn-lt"/>
              </a:rPr>
              <a:t> </a:t>
            </a:r>
            <a:r>
              <a:rPr lang="hu-HU" sz="2100" err="1">
                <a:latin typeface="Arial"/>
                <a:ea typeface="+mn-lt"/>
                <a:cs typeface="+mn-lt"/>
              </a:rPr>
              <a:t>potential</a:t>
            </a:r>
            <a:r>
              <a:rPr lang="hu-HU" sz="2100">
                <a:latin typeface="Arial"/>
                <a:ea typeface="+mn-lt"/>
                <a:cs typeface="+mn-lt"/>
              </a:rPr>
              <a:t> </a:t>
            </a:r>
            <a:r>
              <a:rPr lang="hu-HU" sz="2100" err="1">
                <a:latin typeface="Arial"/>
                <a:ea typeface="+mn-lt"/>
                <a:cs typeface="+mn-lt"/>
              </a:rPr>
              <a:t>errors</a:t>
            </a:r>
            <a:r>
              <a:rPr lang="hu-HU" sz="2100">
                <a:latin typeface="Arial"/>
                <a:ea typeface="+mn-lt"/>
                <a:cs typeface="+mn-lt"/>
              </a:rPr>
              <a:t>, </a:t>
            </a:r>
            <a:r>
              <a:rPr lang="hu-HU" sz="2100" err="1">
                <a:latin typeface="Arial"/>
                <a:ea typeface="+mn-lt"/>
                <a:cs typeface="+mn-lt"/>
              </a:rPr>
              <a:t>making</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application</a:t>
            </a:r>
            <a:r>
              <a:rPr lang="hu-HU" sz="2100">
                <a:latin typeface="Arial"/>
                <a:ea typeface="+mn-lt"/>
                <a:cs typeface="+mn-lt"/>
              </a:rPr>
              <a:t> more </a:t>
            </a:r>
            <a:r>
              <a:rPr lang="hu-HU" sz="2100" err="1">
                <a:latin typeface="Arial"/>
                <a:ea typeface="+mn-lt"/>
                <a:cs typeface="+mn-lt"/>
              </a:rPr>
              <a:t>robust</a:t>
            </a:r>
            <a:r>
              <a:rPr lang="hu-HU" sz="2100">
                <a:latin typeface="Arial"/>
                <a:ea typeface="+mn-lt"/>
                <a:cs typeface="+mn-lt"/>
              </a:rPr>
              <a:t> and </a:t>
            </a:r>
            <a:r>
              <a:rPr lang="hu-HU" sz="2100" err="1">
                <a:latin typeface="Arial"/>
                <a:ea typeface="+mn-lt"/>
                <a:cs typeface="+mn-lt"/>
              </a:rPr>
              <a:t>resilient</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unexpected</a:t>
            </a:r>
            <a:r>
              <a:rPr lang="hu-HU" sz="2100">
                <a:latin typeface="Arial"/>
                <a:ea typeface="+mn-lt"/>
                <a:cs typeface="+mn-lt"/>
              </a:rPr>
              <a:t> </a:t>
            </a:r>
            <a:r>
              <a:rPr lang="hu-HU" sz="2100" err="1">
                <a:latin typeface="Arial"/>
                <a:ea typeface="+mn-lt"/>
                <a:cs typeface="+mn-lt"/>
              </a:rPr>
              <a:t>user</a:t>
            </a:r>
            <a:r>
              <a:rPr lang="hu-HU" sz="2100">
                <a:latin typeface="Arial"/>
                <a:ea typeface="+mn-lt"/>
                <a:cs typeface="+mn-lt"/>
              </a:rPr>
              <a:t> input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edge</a:t>
            </a:r>
            <a:r>
              <a:rPr lang="hu-HU" sz="2100">
                <a:latin typeface="Arial"/>
                <a:ea typeface="+mn-lt"/>
                <a:cs typeface="+mn-lt"/>
              </a:rPr>
              <a:t> </a:t>
            </a:r>
            <a:r>
              <a:rPr lang="hu-HU" sz="2100" err="1">
                <a:latin typeface="Arial"/>
                <a:ea typeface="+mn-lt"/>
                <a:cs typeface="+mn-lt"/>
              </a:rPr>
              <a:t>cases</a:t>
            </a:r>
            <a:r>
              <a:rPr lang="hu-HU" sz="2100">
                <a:latin typeface="Arial"/>
                <a:ea typeface="+mn-lt"/>
                <a:cs typeface="+mn-lt"/>
              </a:rPr>
              <a:t>.</a:t>
            </a:r>
            <a:endParaRPr lang="hu-HU" sz="2100">
              <a:latin typeface="Arial"/>
              <a:cs typeface="Arial"/>
            </a:endParaRPr>
          </a:p>
          <a:p>
            <a:pPr marL="0" indent="0">
              <a:buNone/>
            </a:pPr>
            <a:endParaRPr lang="hu-HU" sz="2100">
              <a:latin typeface="Arial"/>
              <a:ea typeface="+mn-lt"/>
              <a:cs typeface="+mn-lt"/>
            </a:endParaRPr>
          </a:p>
          <a:p>
            <a:pPr marL="0" indent="0">
              <a:buNone/>
            </a:pPr>
            <a:r>
              <a:rPr lang="hu-HU" sz="2100" b="1">
                <a:latin typeface="Arial"/>
                <a:ea typeface="+mn-lt"/>
                <a:cs typeface="+mn-lt"/>
              </a:rPr>
              <a:t>Test </a:t>
            </a:r>
            <a:r>
              <a:rPr lang="hu-HU" sz="2100" b="1" err="1">
                <a:latin typeface="Arial"/>
                <a:ea typeface="+mn-lt"/>
                <a:cs typeface="+mn-lt"/>
              </a:rPr>
              <a:t>suite</a:t>
            </a:r>
            <a:r>
              <a:rPr lang="hu-HU" sz="2100">
                <a:latin typeface="Arial"/>
                <a:ea typeface="+mn-lt"/>
                <a:cs typeface="+mn-lt"/>
              </a:rPr>
              <a:t>: A </a:t>
            </a:r>
            <a:r>
              <a:rPr lang="hu-HU" sz="2100" err="1">
                <a:latin typeface="Arial"/>
                <a:ea typeface="+mn-lt"/>
                <a:cs typeface="+mn-lt"/>
              </a:rPr>
              <a:t>collection</a:t>
            </a:r>
            <a:r>
              <a:rPr lang="hu-HU" sz="2100">
                <a:latin typeface="Arial"/>
                <a:ea typeface="+mn-lt"/>
                <a:cs typeface="+mn-lt"/>
              </a:rPr>
              <a:t> of test </a:t>
            </a:r>
            <a:r>
              <a:rPr lang="hu-HU" sz="2100" err="1">
                <a:latin typeface="Arial"/>
                <a:ea typeface="+mn-lt"/>
                <a:cs typeface="+mn-lt"/>
              </a:rPr>
              <a:t>cases</a:t>
            </a:r>
            <a:r>
              <a:rPr lang="hu-HU" sz="2100">
                <a:latin typeface="Arial"/>
                <a:ea typeface="+mn-lt"/>
                <a:cs typeface="+mn-lt"/>
              </a:rPr>
              <a:t>, test </a:t>
            </a:r>
            <a:r>
              <a:rPr lang="hu-HU" sz="2100" err="1">
                <a:latin typeface="Arial"/>
                <a:ea typeface="+mn-lt"/>
                <a:cs typeface="+mn-lt"/>
              </a:rPr>
              <a:t>suites</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both</a:t>
            </a:r>
            <a:r>
              <a:rPr lang="hu-HU" sz="2100">
                <a:latin typeface="Arial"/>
                <a:ea typeface="+mn-lt"/>
                <a:cs typeface="+mn-lt"/>
              </a:rPr>
              <a:t>. </a:t>
            </a:r>
            <a:r>
              <a:rPr lang="hu-HU" sz="2100" err="1">
                <a:latin typeface="Arial"/>
                <a:ea typeface="+mn-lt"/>
                <a:cs typeface="+mn-lt"/>
              </a:rPr>
              <a:t>They’re</a:t>
            </a:r>
            <a:r>
              <a:rPr lang="hu-HU" sz="2100">
                <a:latin typeface="Arial"/>
                <a:ea typeface="+mn-lt"/>
                <a:cs typeface="+mn-lt"/>
              </a:rPr>
              <a:t> </a:t>
            </a:r>
            <a:r>
              <a:rPr lang="hu-HU" sz="2100" err="1">
                <a:latin typeface="Arial"/>
                <a:ea typeface="+mn-lt"/>
                <a:cs typeface="+mn-lt"/>
              </a:rPr>
              <a:t>grouped</a:t>
            </a:r>
            <a:r>
              <a:rPr lang="hu-HU" sz="2100">
                <a:latin typeface="Arial"/>
                <a:ea typeface="+mn-lt"/>
                <a:cs typeface="+mn-lt"/>
              </a:rPr>
              <a:t> and </a:t>
            </a:r>
            <a:r>
              <a:rPr lang="hu-HU" sz="2100" err="1">
                <a:latin typeface="Arial"/>
                <a:ea typeface="+mn-lt"/>
                <a:cs typeface="+mn-lt"/>
              </a:rPr>
              <a:t>executed</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 </a:t>
            </a:r>
            <a:r>
              <a:rPr lang="hu-HU" sz="2100" err="1">
                <a:latin typeface="Arial"/>
                <a:ea typeface="+mn-lt"/>
                <a:cs typeface="+mn-lt"/>
              </a:rPr>
              <a:t>whole</a:t>
            </a:r>
            <a:r>
              <a:rPr lang="hu-HU" sz="2100">
                <a:latin typeface="Arial"/>
                <a:ea typeface="+mn-lt"/>
                <a:cs typeface="+mn-lt"/>
              </a:rPr>
              <a:t>.</a:t>
            </a:r>
            <a:endParaRPr lang="hu-HU" sz="2100">
              <a:latin typeface="Arial"/>
              <a:cs typeface="Arial"/>
            </a:endParaRPr>
          </a:p>
          <a:p>
            <a:pPr marL="0" indent="0">
              <a:buNone/>
            </a:pPr>
            <a:endParaRPr lang="hu-HU" sz="2100">
              <a:latin typeface="Arial"/>
              <a:ea typeface="+mn-lt"/>
              <a:cs typeface="+mn-lt"/>
            </a:endParaRPr>
          </a:p>
          <a:p>
            <a:pPr marL="0" indent="0">
              <a:buNone/>
            </a:pPr>
            <a:r>
              <a:rPr lang="hu-HU" sz="2100" b="1">
                <a:latin typeface="Arial"/>
                <a:ea typeface="+mn-lt"/>
                <a:cs typeface="+mn-lt"/>
              </a:rPr>
              <a:t>Test </a:t>
            </a:r>
            <a:r>
              <a:rPr lang="hu-HU" sz="2100" b="1" err="1">
                <a:latin typeface="Arial"/>
                <a:ea typeface="+mn-lt"/>
                <a:cs typeface="+mn-lt"/>
              </a:rPr>
              <a:t>fixture</a:t>
            </a:r>
            <a:r>
              <a:rPr lang="hu-HU" sz="2100">
                <a:latin typeface="Arial"/>
                <a:ea typeface="+mn-lt"/>
                <a:cs typeface="+mn-lt"/>
              </a:rPr>
              <a:t>: A </a:t>
            </a:r>
            <a:r>
              <a:rPr lang="hu-HU" sz="2100" err="1">
                <a:latin typeface="Arial"/>
                <a:ea typeface="+mn-lt"/>
                <a:cs typeface="+mn-lt"/>
              </a:rPr>
              <a:t>group</a:t>
            </a:r>
            <a:r>
              <a:rPr lang="hu-HU" sz="2100">
                <a:latin typeface="Arial"/>
                <a:ea typeface="+mn-lt"/>
                <a:cs typeface="+mn-lt"/>
              </a:rPr>
              <a:t> of </a:t>
            </a:r>
            <a:r>
              <a:rPr lang="hu-HU" sz="2100" err="1">
                <a:latin typeface="Arial"/>
                <a:ea typeface="+mn-lt"/>
                <a:cs typeface="+mn-lt"/>
              </a:rPr>
              <a:t>actions</a:t>
            </a:r>
            <a:r>
              <a:rPr lang="hu-HU" sz="2100">
                <a:latin typeface="Arial"/>
                <a:ea typeface="+mn-lt"/>
                <a:cs typeface="+mn-lt"/>
              </a:rPr>
              <a:t> </a:t>
            </a:r>
            <a:r>
              <a:rPr lang="hu-HU" sz="2100" err="1">
                <a:latin typeface="Arial"/>
                <a:ea typeface="+mn-lt"/>
                <a:cs typeface="+mn-lt"/>
              </a:rPr>
              <a:t>required</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set</a:t>
            </a:r>
            <a:r>
              <a:rPr lang="hu-HU" sz="2100">
                <a:latin typeface="Arial"/>
                <a:ea typeface="+mn-lt"/>
                <a:cs typeface="+mn-lt"/>
              </a:rPr>
              <a:t> </a:t>
            </a:r>
            <a:r>
              <a:rPr lang="hu-HU" sz="2100" err="1">
                <a:latin typeface="Arial"/>
                <a:ea typeface="+mn-lt"/>
                <a:cs typeface="+mn-lt"/>
              </a:rPr>
              <a:t>up</a:t>
            </a:r>
            <a:r>
              <a:rPr lang="hu-HU" sz="2100">
                <a:latin typeface="Arial"/>
                <a:ea typeface="+mn-lt"/>
                <a:cs typeface="+mn-lt"/>
              </a:rPr>
              <a:t> an </a:t>
            </a:r>
            <a:r>
              <a:rPr lang="hu-HU" sz="2100" err="1">
                <a:latin typeface="Arial"/>
                <a:ea typeface="+mn-lt"/>
                <a:cs typeface="+mn-lt"/>
              </a:rPr>
              <a:t>environment</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testing. </a:t>
            </a:r>
            <a:r>
              <a:rPr lang="hu-HU" sz="2100" err="1">
                <a:latin typeface="Arial"/>
                <a:ea typeface="+mn-lt"/>
                <a:cs typeface="+mn-lt"/>
              </a:rPr>
              <a:t>It</a:t>
            </a:r>
            <a:r>
              <a:rPr lang="hu-HU" sz="2100">
                <a:latin typeface="Arial"/>
                <a:ea typeface="+mn-lt"/>
                <a:cs typeface="+mn-lt"/>
              </a:rPr>
              <a:t> </a:t>
            </a:r>
            <a:r>
              <a:rPr lang="hu-HU" sz="2100" err="1">
                <a:latin typeface="Arial"/>
                <a:ea typeface="+mn-lt"/>
                <a:cs typeface="+mn-lt"/>
              </a:rPr>
              <a:t>also</a:t>
            </a:r>
            <a:r>
              <a:rPr lang="hu-HU" sz="2100">
                <a:latin typeface="Arial"/>
                <a:ea typeface="+mn-lt"/>
                <a:cs typeface="+mn-lt"/>
              </a:rPr>
              <a:t> </a:t>
            </a:r>
            <a:r>
              <a:rPr lang="hu-HU" sz="2100" err="1">
                <a:latin typeface="Arial"/>
                <a:ea typeface="+mn-lt"/>
                <a:cs typeface="+mn-lt"/>
              </a:rPr>
              <a:t>includes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teardown</a:t>
            </a:r>
            <a:r>
              <a:rPr lang="hu-HU" sz="2100">
                <a:latin typeface="Arial"/>
                <a:ea typeface="+mn-lt"/>
                <a:cs typeface="+mn-lt"/>
              </a:rPr>
              <a:t> </a:t>
            </a:r>
            <a:r>
              <a:rPr lang="hu-HU" sz="2100" err="1">
                <a:latin typeface="Arial"/>
                <a:ea typeface="+mn-lt"/>
                <a:cs typeface="+mn-lt"/>
              </a:rPr>
              <a:t>processes</a:t>
            </a:r>
            <a:r>
              <a:rPr lang="hu-HU" sz="2100">
                <a:latin typeface="Arial"/>
                <a:ea typeface="+mn-lt"/>
                <a:cs typeface="+mn-lt"/>
              </a:rPr>
              <a:t> </a:t>
            </a:r>
            <a:r>
              <a:rPr lang="hu-HU" sz="2100" err="1">
                <a:latin typeface="Arial"/>
                <a:ea typeface="+mn-lt"/>
                <a:cs typeface="+mn-lt"/>
              </a:rPr>
              <a:t>after</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run</a:t>
            </a:r>
            <a:r>
              <a:rPr lang="hu-HU" sz="2100">
                <a:latin typeface="Arial"/>
                <a:ea typeface="+mn-lt"/>
                <a:cs typeface="+mn-lt"/>
              </a:rPr>
              <a:t>.</a:t>
            </a:r>
            <a:endParaRPr lang="hu-HU" sz="2100">
              <a:latin typeface="Arial"/>
              <a:cs typeface="Arial"/>
            </a:endParaRPr>
          </a:p>
          <a:p>
            <a:pPr marL="0" indent="0">
              <a:buNone/>
            </a:pPr>
            <a:endParaRPr lang="hu-HU" sz="2100">
              <a:latin typeface="Arial"/>
              <a:ea typeface="+mn-lt"/>
              <a:cs typeface="+mn-lt"/>
            </a:endParaRPr>
          </a:p>
          <a:p>
            <a:pPr marL="0" indent="0">
              <a:buNone/>
            </a:pPr>
            <a:r>
              <a:rPr lang="hu-HU" sz="2100" b="1">
                <a:latin typeface="Arial"/>
                <a:ea typeface="+mn-lt"/>
                <a:cs typeface="+mn-lt"/>
              </a:rPr>
              <a:t>Test </a:t>
            </a:r>
            <a:r>
              <a:rPr lang="hu-HU" sz="2100" b="1" err="1">
                <a:latin typeface="Arial"/>
                <a:ea typeface="+mn-lt"/>
                <a:cs typeface="+mn-lt"/>
              </a:rPr>
              <a:t>runner</a:t>
            </a:r>
            <a:r>
              <a:rPr lang="hu-HU" sz="2100">
                <a:latin typeface="Arial"/>
                <a:ea typeface="+mn-lt"/>
                <a:cs typeface="+mn-lt"/>
              </a:rPr>
              <a:t>: A </a:t>
            </a:r>
            <a:r>
              <a:rPr lang="hu-HU" sz="2100" err="1">
                <a:latin typeface="Arial"/>
                <a:ea typeface="+mn-lt"/>
                <a:cs typeface="+mn-lt"/>
              </a:rPr>
              <a:t>component</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handles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execution</a:t>
            </a:r>
            <a:r>
              <a:rPr lang="hu-HU" sz="2100">
                <a:latin typeface="Arial"/>
                <a:ea typeface="+mn-lt"/>
                <a:cs typeface="+mn-lt"/>
              </a:rPr>
              <a:t> of </a:t>
            </a:r>
            <a:r>
              <a:rPr lang="hu-HU" sz="2100" err="1">
                <a:latin typeface="Arial"/>
                <a:ea typeface="+mn-lt"/>
                <a:cs typeface="+mn-lt"/>
              </a:rPr>
              <a:t>tests</a:t>
            </a:r>
            <a:r>
              <a:rPr lang="hu-HU" sz="2100">
                <a:latin typeface="Arial"/>
                <a:ea typeface="+mn-lt"/>
                <a:cs typeface="+mn-lt"/>
              </a:rPr>
              <a:t> and </a:t>
            </a:r>
            <a:r>
              <a:rPr lang="hu-HU" sz="2100" err="1">
                <a:latin typeface="Arial"/>
                <a:ea typeface="+mn-lt"/>
                <a:cs typeface="+mn-lt"/>
              </a:rPr>
              <a:t>communicates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results</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user</a:t>
            </a:r>
            <a:r>
              <a:rPr lang="hu-HU" sz="2100">
                <a:latin typeface="Arial"/>
                <a:ea typeface="+mn-lt"/>
                <a:cs typeface="+mn-lt"/>
              </a:rPr>
              <a:t>.</a:t>
            </a:r>
            <a:endParaRPr lang="hu-HU" sz="2100">
              <a:latin typeface="Aptos" panose="020B0004020202020204"/>
            </a:endParaRPr>
          </a:p>
        </p:txBody>
      </p:sp>
    </p:spTree>
    <p:extLst>
      <p:ext uri="{BB962C8B-B14F-4D97-AF65-F5344CB8AC3E}">
        <p14:creationId xmlns:p14="http://schemas.microsoft.com/office/powerpoint/2010/main" val="393692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A48FAB57-E185-6464-6FD7-34ECBF8C38B0}"/>
              </a:ext>
            </a:extLst>
          </p:cNvPr>
          <p:cNvSpPr>
            <a:spLocks noGrp="1"/>
          </p:cNvSpPr>
          <p:nvPr>
            <p:ph idx="1"/>
          </p:nvPr>
        </p:nvSpPr>
        <p:spPr>
          <a:xfrm>
            <a:off x="245533" y="292218"/>
            <a:ext cx="10515600" cy="5865930"/>
          </a:xfrm>
        </p:spPr>
        <p:txBody>
          <a:bodyPr vert="horz" lIns="91440" tIns="45720" rIns="91440" bIns="45720" rtlCol="0" anchor="t">
            <a:normAutofit fontScale="92500"/>
          </a:bodyPr>
          <a:lstStyle/>
          <a:p>
            <a:pPr marL="0" indent="0">
              <a:buNone/>
            </a:pPr>
            <a:r>
              <a:rPr lang="hu-HU" sz="3200" dirty="0">
                <a:solidFill>
                  <a:schemeClr val="accent1"/>
                </a:solidFill>
                <a:latin typeface="Arial"/>
                <a:ea typeface="+mn-lt"/>
                <a:cs typeface="+mn-lt"/>
              </a:rPr>
              <a:t>Types of Testing in Python</a:t>
            </a:r>
            <a:endParaRPr lang="hu-HU" dirty="0">
              <a:solidFill>
                <a:schemeClr val="accent1"/>
              </a:solidFill>
            </a:endParaRPr>
          </a:p>
          <a:p>
            <a:pPr marL="0" indent="0">
              <a:buNone/>
            </a:pPr>
            <a:r>
              <a:rPr lang="hu-HU" sz="2100" dirty="0">
                <a:latin typeface="Arial"/>
                <a:ea typeface="+mn-lt"/>
                <a:cs typeface="+mn-lt"/>
              </a:rPr>
              <a:t>In the context of Python, testing refers to the process of writing and executing tests for Python code. Python provides several built-in modules and third-party libraries to facilitate testing. Here are some common testing approaches and tools in Python:</a:t>
            </a:r>
            <a:endParaRPr lang="hu-HU" sz="2100" dirty="0">
              <a:latin typeface="Arial"/>
              <a:cs typeface="Arial"/>
            </a:endParaRPr>
          </a:p>
          <a:p>
            <a:pPr marL="0" indent="0">
              <a:buNone/>
            </a:pPr>
            <a:endParaRPr lang="hu-HU" sz="2100" dirty="0">
              <a:latin typeface="Arial"/>
              <a:cs typeface="Arial"/>
            </a:endParaRPr>
          </a:p>
          <a:p>
            <a:pPr marL="457200" indent="-457200"/>
            <a:r>
              <a:rPr lang="hu-HU" sz="2100" dirty="0">
                <a:latin typeface="Arial"/>
                <a:cs typeface="Arial"/>
              </a:rPr>
              <a:t>Unit testing</a:t>
            </a:r>
          </a:p>
          <a:p>
            <a:pPr marL="914400" lvl="1" indent="-457200">
              <a:buFont typeface="Courier New" panose="020B0604020202020204" pitchFamily="34" charset="0"/>
              <a:buChar char="o"/>
            </a:pPr>
            <a:r>
              <a:rPr lang="hu-HU" sz="2100" dirty="0">
                <a:latin typeface="Arial"/>
                <a:cs typeface="Arial"/>
              </a:rPr>
              <a:t>unittest</a:t>
            </a:r>
          </a:p>
          <a:p>
            <a:pPr marL="914400" lvl="1" indent="-457200">
              <a:buFont typeface="Courier New" panose="020B0604020202020204" pitchFamily="34" charset="0"/>
              <a:buChar char="o"/>
            </a:pPr>
            <a:r>
              <a:rPr lang="hu-HU" sz="2100" dirty="0">
                <a:latin typeface="Arial"/>
                <a:cs typeface="Arial"/>
              </a:rPr>
              <a:t>pytest</a:t>
            </a:r>
          </a:p>
          <a:p>
            <a:pPr marL="914400" lvl="1" indent="-457200">
              <a:buFont typeface="Courier New" panose="020B0604020202020204" pitchFamily="34" charset="0"/>
              <a:buChar char="o"/>
            </a:pPr>
            <a:r>
              <a:rPr lang="hu-HU" sz="2100" dirty="0">
                <a:latin typeface="Arial"/>
                <a:cs typeface="Arial"/>
              </a:rPr>
              <a:t>doctest</a:t>
            </a:r>
            <a:endParaRPr lang="hu-HU" sz="1700" dirty="0">
              <a:latin typeface="Arial"/>
              <a:cs typeface="Arial"/>
            </a:endParaRPr>
          </a:p>
          <a:p>
            <a:pPr marL="457200" indent="-457200"/>
            <a:r>
              <a:rPr lang="hu-HU" sz="2100" dirty="0">
                <a:latin typeface="Arial"/>
                <a:cs typeface="Arial"/>
              </a:rPr>
              <a:t>Test Coverage</a:t>
            </a:r>
          </a:p>
          <a:p>
            <a:pPr marL="457200" indent="-457200"/>
            <a:r>
              <a:rPr lang="hu-HU" sz="2100" dirty="0">
                <a:latin typeface="Arial"/>
                <a:cs typeface="Arial"/>
              </a:rPr>
              <a:t>Integration Testing</a:t>
            </a:r>
          </a:p>
          <a:p>
            <a:pPr marL="457200" indent="-457200"/>
            <a:r>
              <a:rPr lang="hu-HU" sz="2100" dirty="0">
                <a:latin typeface="Arial"/>
                <a:cs typeface="Arial"/>
              </a:rPr>
              <a:t>Functional Testing</a:t>
            </a:r>
          </a:p>
          <a:p>
            <a:pPr marL="0" indent="0">
              <a:buNone/>
            </a:pPr>
            <a:endParaRPr lang="hu-HU" dirty="0">
              <a:latin typeface="Arial"/>
              <a:cs typeface="Arial"/>
            </a:endParaRPr>
          </a:p>
          <a:p>
            <a:pPr marL="0" indent="0">
              <a:buNone/>
            </a:pPr>
            <a:r>
              <a:rPr lang="hu-HU" sz="2100" dirty="0">
                <a:latin typeface="Arial"/>
                <a:ea typeface="+mn-lt"/>
                <a:cs typeface="+mn-lt"/>
              </a:rPr>
              <a:t>Testing is an essential practice in software development, and Python provides various tools and frameworks to make testing easier and more effective. By writing tests, you can catch bugs early, ensure code quality, and facilitate refactoring and maintenance of your codebase.</a:t>
            </a:r>
            <a:endParaRPr lang="hu-HU" sz="2100" dirty="0">
              <a:latin typeface="Arial"/>
            </a:endParaRPr>
          </a:p>
          <a:p>
            <a:pPr marL="0" indent="0">
              <a:buNone/>
            </a:pPr>
            <a:endParaRPr lang="hu-HU" dirty="0"/>
          </a:p>
        </p:txBody>
      </p:sp>
    </p:spTree>
    <p:extLst>
      <p:ext uri="{BB962C8B-B14F-4D97-AF65-F5344CB8AC3E}">
        <p14:creationId xmlns:p14="http://schemas.microsoft.com/office/powerpoint/2010/main" val="2437637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10A1D9FC-BEB6-5DBE-F263-A5437C158280}"/>
              </a:ext>
            </a:extLst>
          </p:cNvPr>
          <p:cNvSpPr>
            <a:spLocks noGrp="1"/>
          </p:cNvSpPr>
          <p:nvPr>
            <p:ph idx="1"/>
          </p:nvPr>
        </p:nvSpPr>
        <p:spPr>
          <a:xfrm>
            <a:off x="142052" y="273404"/>
            <a:ext cx="5068712" cy="6119929"/>
          </a:xfrm>
        </p:spPr>
        <p:txBody>
          <a:bodyPr vert="horz" lIns="91440" tIns="45720" rIns="91440" bIns="45720" rtlCol="0" anchor="t">
            <a:normAutofit/>
          </a:bodyPr>
          <a:lstStyle/>
          <a:p>
            <a:pPr marL="0" indent="0">
              <a:buNone/>
            </a:pPr>
            <a:r>
              <a:rPr lang="hu-HU" sz="3200">
                <a:solidFill>
                  <a:schemeClr val="accent1"/>
                </a:solidFill>
                <a:latin typeface="Arial"/>
                <a:cs typeface="Arial"/>
              </a:rPr>
              <a:t>Unit testing</a:t>
            </a:r>
          </a:p>
          <a:p>
            <a:pPr marL="342900" indent="-342900"/>
            <a:r>
              <a:rPr lang="hu-HU" sz="2100">
                <a:solidFill>
                  <a:srgbClr val="242424"/>
                </a:solidFill>
                <a:latin typeface="Arial"/>
                <a:ea typeface="+mn-lt"/>
                <a:cs typeface="+mn-lt"/>
              </a:rPr>
              <a:t>Unit Testing is a </a:t>
            </a:r>
            <a:r>
              <a:rPr lang="hu-HU" sz="2100" err="1">
                <a:solidFill>
                  <a:srgbClr val="242424"/>
                </a:solidFill>
                <a:latin typeface="Arial"/>
                <a:ea typeface="+mn-lt"/>
                <a:cs typeface="+mn-lt"/>
              </a:rPr>
              <a:t>technique</a:t>
            </a:r>
            <a:r>
              <a:rPr lang="hu-HU" sz="2100">
                <a:solidFill>
                  <a:srgbClr val="242424"/>
                </a:solidFill>
                <a:latin typeface="Arial"/>
                <a:ea typeface="+mn-lt"/>
                <a:cs typeface="+mn-lt"/>
              </a:rPr>
              <a:t> in </a:t>
            </a:r>
            <a:r>
              <a:rPr lang="hu-HU" sz="2100" err="1">
                <a:solidFill>
                  <a:srgbClr val="242424"/>
                </a:solidFill>
                <a:latin typeface="Arial"/>
                <a:ea typeface="+mn-lt"/>
                <a:cs typeface="+mn-lt"/>
              </a:rPr>
              <a:t>which</a:t>
            </a:r>
            <a:r>
              <a:rPr lang="hu-HU" sz="2100">
                <a:solidFill>
                  <a:srgbClr val="242424"/>
                </a:solidFill>
                <a:latin typeface="Arial"/>
                <a:ea typeface="+mn-lt"/>
                <a:cs typeface="+mn-lt"/>
              </a:rPr>
              <a:t> </a:t>
            </a:r>
            <a:r>
              <a:rPr lang="hu-HU" sz="2100" err="1">
                <a:solidFill>
                  <a:srgbClr val="242424"/>
                </a:solidFill>
                <a:latin typeface="Arial"/>
                <a:ea typeface="+mn-lt"/>
                <a:cs typeface="+mn-lt"/>
              </a:rPr>
              <a:t>particular</a:t>
            </a:r>
            <a:r>
              <a:rPr lang="hu-HU" sz="2100">
                <a:solidFill>
                  <a:srgbClr val="242424"/>
                </a:solidFill>
                <a:latin typeface="Arial"/>
                <a:ea typeface="+mn-lt"/>
                <a:cs typeface="+mn-lt"/>
              </a:rPr>
              <a:t> </a:t>
            </a:r>
            <a:r>
              <a:rPr lang="hu-HU" sz="2100" err="1">
                <a:solidFill>
                  <a:srgbClr val="242424"/>
                </a:solidFill>
                <a:latin typeface="Arial"/>
                <a:ea typeface="+mn-lt"/>
                <a:cs typeface="+mn-lt"/>
              </a:rPr>
              <a:t>module</a:t>
            </a:r>
            <a:r>
              <a:rPr lang="hu-HU" sz="2100">
                <a:solidFill>
                  <a:srgbClr val="242424"/>
                </a:solidFill>
                <a:latin typeface="Arial"/>
                <a:ea typeface="+mn-lt"/>
                <a:cs typeface="+mn-lt"/>
              </a:rPr>
              <a:t> is tested </a:t>
            </a:r>
            <a:r>
              <a:rPr lang="hu-HU" sz="2100" err="1">
                <a:solidFill>
                  <a:srgbClr val="242424"/>
                </a:solidFill>
                <a:latin typeface="Arial"/>
                <a:ea typeface="+mn-lt"/>
                <a:cs typeface="+mn-lt"/>
              </a:rPr>
              <a:t>to</a:t>
            </a:r>
            <a:r>
              <a:rPr lang="hu-HU" sz="2100">
                <a:solidFill>
                  <a:srgbClr val="242424"/>
                </a:solidFill>
                <a:latin typeface="Arial"/>
                <a:ea typeface="+mn-lt"/>
                <a:cs typeface="+mn-lt"/>
              </a:rPr>
              <a:t> </a:t>
            </a:r>
            <a:r>
              <a:rPr lang="hu-HU" sz="2100" err="1">
                <a:solidFill>
                  <a:srgbClr val="242424"/>
                </a:solidFill>
                <a:latin typeface="Arial"/>
                <a:ea typeface="+mn-lt"/>
                <a:cs typeface="+mn-lt"/>
              </a:rPr>
              <a:t>check</a:t>
            </a:r>
            <a:r>
              <a:rPr lang="hu-HU" sz="2100">
                <a:solidFill>
                  <a:srgbClr val="242424"/>
                </a:solidFill>
                <a:latin typeface="Arial"/>
                <a:ea typeface="+mn-lt"/>
                <a:cs typeface="+mn-lt"/>
              </a:rPr>
              <a:t> </a:t>
            </a:r>
            <a:r>
              <a:rPr lang="hu-HU" sz="2100" err="1">
                <a:solidFill>
                  <a:srgbClr val="242424"/>
                </a:solidFill>
                <a:latin typeface="Arial"/>
                <a:ea typeface="+mn-lt"/>
                <a:cs typeface="+mn-lt"/>
              </a:rPr>
              <a:t>by</a:t>
            </a:r>
            <a:r>
              <a:rPr lang="hu-HU" sz="2100">
                <a:solidFill>
                  <a:srgbClr val="242424"/>
                </a:solidFill>
                <a:latin typeface="Arial"/>
                <a:ea typeface="+mn-lt"/>
                <a:cs typeface="+mn-lt"/>
              </a:rPr>
              <a:t> </a:t>
            </a:r>
            <a:r>
              <a:rPr lang="hu-HU" sz="2100" err="1">
                <a:solidFill>
                  <a:srgbClr val="242424"/>
                </a:solidFill>
                <a:latin typeface="Arial"/>
                <a:ea typeface="+mn-lt"/>
                <a:cs typeface="+mn-lt"/>
              </a:rPr>
              <a:t>developer</a:t>
            </a:r>
            <a:r>
              <a:rPr lang="hu-HU" sz="2100">
                <a:solidFill>
                  <a:srgbClr val="242424"/>
                </a:solidFill>
                <a:latin typeface="Arial"/>
                <a:ea typeface="+mn-lt"/>
                <a:cs typeface="+mn-lt"/>
              </a:rPr>
              <a:t> </a:t>
            </a:r>
            <a:r>
              <a:rPr lang="hu-HU" sz="2100" err="1">
                <a:solidFill>
                  <a:srgbClr val="242424"/>
                </a:solidFill>
                <a:latin typeface="Arial"/>
                <a:ea typeface="+mn-lt"/>
                <a:cs typeface="+mn-lt"/>
              </a:rPr>
              <a:t>himself</a:t>
            </a:r>
            <a:r>
              <a:rPr lang="hu-HU" sz="2100">
                <a:solidFill>
                  <a:srgbClr val="242424"/>
                </a:solidFill>
                <a:latin typeface="Arial"/>
                <a:ea typeface="+mn-lt"/>
                <a:cs typeface="+mn-lt"/>
              </a:rPr>
              <a:t> </a:t>
            </a:r>
            <a:r>
              <a:rPr lang="hu-HU" sz="2100" err="1">
                <a:solidFill>
                  <a:srgbClr val="242424"/>
                </a:solidFill>
                <a:latin typeface="Arial"/>
                <a:ea typeface="+mn-lt"/>
                <a:cs typeface="+mn-lt"/>
              </a:rPr>
              <a:t>whether</a:t>
            </a:r>
            <a:r>
              <a:rPr lang="hu-HU" sz="2100">
                <a:solidFill>
                  <a:srgbClr val="242424"/>
                </a:solidFill>
                <a:latin typeface="Arial"/>
                <a:ea typeface="+mn-lt"/>
                <a:cs typeface="+mn-lt"/>
              </a:rPr>
              <a:t> </a:t>
            </a:r>
            <a:r>
              <a:rPr lang="hu-HU" sz="2100" err="1">
                <a:solidFill>
                  <a:srgbClr val="242424"/>
                </a:solidFill>
                <a:latin typeface="Arial"/>
                <a:ea typeface="+mn-lt"/>
                <a:cs typeface="+mn-lt"/>
              </a:rPr>
              <a:t>there</a:t>
            </a:r>
            <a:r>
              <a:rPr lang="hu-HU" sz="2100">
                <a:solidFill>
                  <a:srgbClr val="242424"/>
                </a:solidFill>
                <a:latin typeface="Arial"/>
                <a:ea typeface="+mn-lt"/>
                <a:cs typeface="+mn-lt"/>
              </a:rPr>
              <a:t> </a:t>
            </a:r>
            <a:r>
              <a:rPr lang="hu-HU" sz="2100" err="1">
                <a:solidFill>
                  <a:srgbClr val="242424"/>
                </a:solidFill>
                <a:latin typeface="Arial"/>
                <a:ea typeface="+mn-lt"/>
                <a:cs typeface="+mn-lt"/>
              </a:rPr>
              <a:t>are</a:t>
            </a:r>
            <a:r>
              <a:rPr lang="hu-HU" sz="2100">
                <a:solidFill>
                  <a:srgbClr val="242424"/>
                </a:solidFill>
                <a:latin typeface="Arial"/>
                <a:ea typeface="+mn-lt"/>
                <a:cs typeface="+mn-lt"/>
              </a:rPr>
              <a:t> </a:t>
            </a:r>
            <a:r>
              <a:rPr lang="hu-HU" sz="2100" err="1">
                <a:solidFill>
                  <a:srgbClr val="242424"/>
                </a:solidFill>
                <a:latin typeface="Arial"/>
                <a:ea typeface="+mn-lt"/>
                <a:cs typeface="+mn-lt"/>
              </a:rPr>
              <a:t>any</a:t>
            </a:r>
            <a:r>
              <a:rPr lang="hu-HU" sz="2100">
                <a:solidFill>
                  <a:srgbClr val="242424"/>
                </a:solidFill>
                <a:latin typeface="Arial"/>
                <a:ea typeface="+mn-lt"/>
                <a:cs typeface="+mn-lt"/>
              </a:rPr>
              <a:t> </a:t>
            </a:r>
            <a:r>
              <a:rPr lang="hu-HU" sz="2100" err="1">
                <a:solidFill>
                  <a:srgbClr val="242424"/>
                </a:solidFill>
                <a:latin typeface="Arial"/>
                <a:ea typeface="+mn-lt"/>
                <a:cs typeface="+mn-lt"/>
              </a:rPr>
              <a:t>errors</a:t>
            </a:r>
            <a:r>
              <a:rPr lang="hu-HU" sz="2100">
                <a:solidFill>
                  <a:srgbClr val="242424"/>
                </a:solidFill>
                <a:latin typeface="Arial"/>
                <a:ea typeface="+mn-lt"/>
                <a:cs typeface="+mn-lt"/>
              </a:rPr>
              <a:t>. The </a:t>
            </a:r>
            <a:r>
              <a:rPr lang="hu-HU" sz="2100" err="1">
                <a:solidFill>
                  <a:srgbClr val="242424"/>
                </a:solidFill>
                <a:latin typeface="Arial"/>
                <a:ea typeface="+mn-lt"/>
                <a:cs typeface="+mn-lt"/>
              </a:rPr>
              <a:t>primary</a:t>
            </a:r>
            <a:r>
              <a:rPr lang="hu-HU" sz="2100">
                <a:solidFill>
                  <a:srgbClr val="242424"/>
                </a:solidFill>
                <a:latin typeface="Arial"/>
                <a:ea typeface="+mn-lt"/>
                <a:cs typeface="+mn-lt"/>
              </a:rPr>
              <a:t> </a:t>
            </a:r>
            <a:r>
              <a:rPr lang="hu-HU" sz="2100" err="1">
                <a:solidFill>
                  <a:srgbClr val="242424"/>
                </a:solidFill>
                <a:latin typeface="Arial"/>
                <a:ea typeface="+mn-lt"/>
                <a:cs typeface="+mn-lt"/>
              </a:rPr>
              <a:t>focus</a:t>
            </a:r>
            <a:r>
              <a:rPr lang="hu-HU" sz="2100">
                <a:solidFill>
                  <a:srgbClr val="242424"/>
                </a:solidFill>
                <a:latin typeface="Arial"/>
                <a:ea typeface="+mn-lt"/>
                <a:cs typeface="+mn-lt"/>
              </a:rPr>
              <a:t> of unit testing is test an </a:t>
            </a:r>
            <a:r>
              <a:rPr lang="hu-HU" sz="2100" err="1">
                <a:solidFill>
                  <a:srgbClr val="242424"/>
                </a:solidFill>
                <a:latin typeface="Arial"/>
                <a:ea typeface="+mn-lt"/>
                <a:cs typeface="+mn-lt"/>
              </a:rPr>
              <a:t>individual</a:t>
            </a:r>
            <a:r>
              <a:rPr lang="hu-HU" sz="2100">
                <a:solidFill>
                  <a:srgbClr val="242424"/>
                </a:solidFill>
                <a:latin typeface="Arial"/>
                <a:ea typeface="+mn-lt"/>
                <a:cs typeface="+mn-lt"/>
              </a:rPr>
              <a:t> unit of </a:t>
            </a:r>
            <a:r>
              <a:rPr lang="hu-HU" sz="2100" err="1">
                <a:solidFill>
                  <a:srgbClr val="242424"/>
                </a:solidFill>
                <a:latin typeface="Arial"/>
                <a:ea typeface="+mn-lt"/>
                <a:cs typeface="+mn-lt"/>
              </a:rPr>
              <a:t>system</a:t>
            </a:r>
            <a:r>
              <a:rPr lang="hu-HU" sz="2100">
                <a:solidFill>
                  <a:srgbClr val="242424"/>
                </a:solidFill>
                <a:latin typeface="Arial"/>
                <a:ea typeface="+mn-lt"/>
                <a:cs typeface="+mn-lt"/>
              </a:rPr>
              <a:t> </a:t>
            </a:r>
            <a:r>
              <a:rPr lang="hu-HU" sz="2100" err="1">
                <a:solidFill>
                  <a:srgbClr val="242424"/>
                </a:solidFill>
                <a:latin typeface="Arial"/>
                <a:ea typeface="+mn-lt"/>
                <a:cs typeface="+mn-lt"/>
              </a:rPr>
              <a:t>to</a:t>
            </a:r>
            <a:r>
              <a:rPr lang="hu-HU" sz="2100">
                <a:solidFill>
                  <a:srgbClr val="242424"/>
                </a:solidFill>
                <a:latin typeface="Arial"/>
                <a:ea typeface="+mn-lt"/>
                <a:cs typeface="+mn-lt"/>
              </a:rPr>
              <a:t> </a:t>
            </a:r>
            <a:r>
              <a:rPr lang="hu-HU" sz="2100" err="1">
                <a:solidFill>
                  <a:srgbClr val="242424"/>
                </a:solidFill>
                <a:latin typeface="Arial"/>
                <a:ea typeface="+mn-lt"/>
                <a:cs typeface="+mn-lt"/>
              </a:rPr>
              <a:t>analyze</a:t>
            </a:r>
            <a:r>
              <a:rPr lang="hu-HU" sz="2100">
                <a:solidFill>
                  <a:srgbClr val="242424"/>
                </a:solidFill>
                <a:latin typeface="Arial"/>
                <a:ea typeface="+mn-lt"/>
                <a:cs typeface="+mn-lt"/>
              </a:rPr>
              <a:t>, </a:t>
            </a:r>
            <a:r>
              <a:rPr lang="hu-HU" sz="2100" err="1">
                <a:solidFill>
                  <a:srgbClr val="242424"/>
                </a:solidFill>
                <a:latin typeface="Arial"/>
                <a:ea typeface="+mn-lt"/>
                <a:cs typeface="+mn-lt"/>
              </a:rPr>
              <a:t>detect</a:t>
            </a:r>
            <a:r>
              <a:rPr lang="hu-HU" sz="2100">
                <a:solidFill>
                  <a:srgbClr val="242424"/>
                </a:solidFill>
                <a:latin typeface="Arial"/>
                <a:ea typeface="+mn-lt"/>
                <a:cs typeface="+mn-lt"/>
              </a:rPr>
              <a:t>, and fix </a:t>
            </a:r>
            <a:r>
              <a:rPr lang="hu-HU" sz="2100" err="1">
                <a:solidFill>
                  <a:srgbClr val="242424"/>
                </a:solidFill>
                <a:latin typeface="Arial"/>
                <a:ea typeface="+mn-lt"/>
                <a:cs typeface="+mn-lt"/>
              </a:rPr>
              <a:t>the</a:t>
            </a:r>
            <a:r>
              <a:rPr lang="hu-HU" sz="2100">
                <a:solidFill>
                  <a:srgbClr val="242424"/>
                </a:solidFill>
                <a:latin typeface="Arial"/>
                <a:ea typeface="+mn-lt"/>
                <a:cs typeface="+mn-lt"/>
              </a:rPr>
              <a:t> </a:t>
            </a:r>
            <a:r>
              <a:rPr lang="hu-HU" sz="2100" err="1">
                <a:solidFill>
                  <a:srgbClr val="242424"/>
                </a:solidFill>
                <a:latin typeface="Arial"/>
                <a:ea typeface="+mn-lt"/>
                <a:cs typeface="+mn-lt"/>
              </a:rPr>
              <a:t>errors</a:t>
            </a:r>
            <a:r>
              <a:rPr lang="hu-HU" sz="2100">
                <a:solidFill>
                  <a:srgbClr val="242424"/>
                </a:solidFill>
                <a:latin typeface="Arial"/>
                <a:ea typeface="+mn-lt"/>
                <a:cs typeface="+mn-lt"/>
              </a:rPr>
              <a:t>.</a:t>
            </a:r>
            <a:endParaRPr lang="hu-HU" sz="2100">
              <a:solidFill>
                <a:srgbClr val="156082"/>
              </a:solidFill>
              <a:latin typeface="Arial"/>
              <a:ea typeface="+mn-lt"/>
              <a:cs typeface="Arial"/>
            </a:endParaRPr>
          </a:p>
          <a:p>
            <a:pPr marL="342900" indent="-342900"/>
            <a:br>
              <a:rPr lang="hu-HU" sz="2100">
                <a:latin typeface="Arial"/>
                <a:cs typeface="Arial"/>
              </a:rPr>
            </a:br>
            <a:r>
              <a:rPr lang="hu-HU" sz="2100">
                <a:latin typeface="Arial"/>
                <a:ea typeface="+mn-lt"/>
                <a:cs typeface="+mn-lt"/>
              </a:rPr>
              <a:t>Python </a:t>
            </a:r>
            <a:r>
              <a:rPr lang="hu-HU" sz="2100" err="1">
                <a:latin typeface="Arial"/>
                <a:ea typeface="+mn-lt"/>
                <a:cs typeface="+mn-lt"/>
              </a:rPr>
              <a:t>provides</a:t>
            </a:r>
            <a:r>
              <a:rPr lang="hu-HU" sz="2100">
                <a:latin typeface="Arial"/>
                <a:ea typeface="+mn-lt"/>
                <a:cs typeface="+mn-lt"/>
              </a:rPr>
              <a:t> </a:t>
            </a:r>
            <a:r>
              <a:rPr lang="hu-HU" sz="2100" err="1">
                <a:latin typeface="Arial"/>
                <a:ea typeface="+mn-lt"/>
                <a:cs typeface="+mn-lt"/>
              </a:rPr>
              <a:t>several</a:t>
            </a:r>
            <a:r>
              <a:rPr lang="hu-HU" sz="2100">
                <a:latin typeface="Arial"/>
                <a:ea typeface="+mn-lt"/>
                <a:cs typeface="+mn-lt"/>
              </a:rPr>
              <a:t> </a:t>
            </a:r>
            <a:r>
              <a:rPr lang="hu-HU" sz="2100" err="1">
                <a:latin typeface="Arial"/>
                <a:ea typeface="+mn-lt"/>
                <a:cs typeface="+mn-lt"/>
              </a:rPr>
              <a:t>frameworks</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unit testing,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most </a:t>
            </a:r>
            <a:r>
              <a:rPr lang="hu-HU" sz="2100" err="1">
                <a:latin typeface="Arial"/>
                <a:ea typeface="+mn-lt"/>
                <a:cs typeface="+mn-lt"/>
              </a:rPr>
              <a:t>common</a:t>
            </a:r>
            <a:r>
              <a:rPr lang="hu-HU" sz="2100">
                <a:latin typeface="Arial"/>
                <a:ea typeface="+mn-lt"/>
                <a:cs typeface="+mn-lt"/>
              </a:rPr>
              <a:t> </a:t>
            </a:r>
            <a:r>
              <a:rPr lang="hu-HU" sz="2100" err="1">
                <a:latin typeface="Arial"/>
                <a:ea typeface="+mn-lt"/>
                <a:cs typeface="+mn-lt"/>
              </a:rPr>
              <a:t>being</a:t>
            </a:r>
            <a:r>
              <a:rPr lang="hu-HU" sz="2100">
                <a:latin typeface="Arial"/>
                <a:ea typeface="+mn-lt"/>
                <a:cs typeface="+mn-lt"/>
              </a:rPr>
              <a:t> unittest, </a:t>
            </a:r>
            <a:r>
              <a:rPr lang="hu-HU" sz="2100" err="1">
                <a:latin typeface="Arial"/>
                <a:ea typeface="+mn-lt"/>
                <a:cs typeface="+mn-lt"/>
              </a:rPr>
              <a:t>pytest</a:t>
            </a:r>
            <a:r>
              <a:rPr lang="hu-HU" sz="2100">
                <a:latin typeface="Arial"/>
                <a:ea typeface="+mn-lt"/>
                <a:cs typeface="+mn-lt"/>
              </a:rPr>
              <a:t>, and </a:t>
            </a:r>
            <a:r>
              <a:rPr lang="hu-HU" sz="2100" err="1">
                <a:latin typeface="Arial"/>
                <a:ea typeface="+mn-lt"/>
                <a:cs typeface="+mn-lt"/>
              </a:rPr>
              <a:t>doctest</a:t>
            </a:r>
            <a:endParaRPr lang="hu-HU" sz="2100">
              <a:solidFill>
                <a:schemeClr val="accent1"/>
              </a:solidFill>
              <a:latin typeface="Arial"/>
              <a:cs typeface="Arial"/>
            </a:endParaRPr>
          </a:p>
        </p:txBody>
      </p:sp>
      <p:pic>
        <p:nvPicPr>
          <p:cNvPr id="4" name="Kép 3" descr="A képen szöveg, képernyőkép, Betűtípus, szoftver látható&#10;&#10;Automatikusan generált leírás">
            <a:extLst>
              <a:ext uri="{FF2B5EF4-FFF2-40B4-BE49-F238E27FC236}">
                <a16:creationId xmlns:a16="http://schemas.microsoft.com/office/drawing/2014/main" id="{97E94191-6C65-373D-89EA-0BF1F88A9CEC}"/>
              </a:ext>
            </a:extLst>
          </p:cNvPr>
          <p:cNvPicPr>
            <a:picLocks noChangeAspect="1"/>
          </p:cNvPicPr>
          <p:nvPr/>
        </p:nvPicPr>
        <p:blipFill>
          <a:blip r:embed="rId2"/>
          <a:stretch>
            <a:fillRect/>
          </a:stretch>
        </p:blipFill>
        <p:spPr>
          <a:xfrm>
            <a:off x="5208656" y="395111"/>
            <a:ext cx="6732392" cy="3715926"/>
          </a:xfrm>
          <a:prstGeom prst="rect">
            <a:avLst/>
          </a:prstGeom>
        </p:spPr>
      </p:pic>
      <p:pic>
        <p:nvPicPr>
          <p:cNvPr id="5" name="Kép 4" descr="A képen szöveg, rajzfilm, képernyőkép, Animációs film látható&#10;&#10;Automatikusan generált leírás">
            <a:extLst>
              <a:ext uri="{FF2B5EF4-FFF2-40B4-BE49-F238E27FC236}">
                <a16:creationId xmlns:a16="http://schemas.microsoft.com/office/drawing/2014/main" id="{68FDF231-B5C9-06C3-0382-CA418F33FC93}"/>
              </a:ext>
            </a:extLst>
          </p:cNvPr>
          <p:cNvPicPr>
            <a:picLocks noChangeAspect="1"/>
          </p:cNvPicPr>
          <p:nvPr/>
        </p:nvPicPr>
        <p:blipFill>
          <a:blip r:embed="rId3"/>
          <a:stretch>
            <a:fillRect/>
          </a:stretch>
        </p:blipFill>
        <p:spPr>
          <a:xfrm>
            <a:off x="5211293" y="4114154"/>
            <a:ext cx="6727119" cy="2543175"/>
          </a:xfrm>
          <a:prstGeom prst="rect">
            <a:avLst/>
          </a:prstGeom>
        </p:spPr>
      </p:pic>
    </p:spTree>
    <p:extLst>
      <p:ext uri="{BB962C8B-B14F-4D97-AF65-F5344CB8AC3E}">
        <p14:creationId xmlns:p14="http://schemas.microsoft.com/office/powerpoint/2010/main" val="1139633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EB7E4873-E477-A270-C9F4-8C5C9E640B24}"/>
              </a:ext>
            </a:extLst>
          </p:cNvPr>
          <p:cNvSpPr>
            <a:spLocks noGrp="1"/>
          </p:cNvSpPr>
          <p:nvPr>
            <p:ph idx="1"/>
          </p:nvPr>
        </p:nvSpPr>
        <p:spPr>
          <a:xfrm>
            <a:off x="443089" y="292218"/>
            <a:ext cx="4852341" cy="5884745"/>
          </a:xfrm>
        </p:spPr>
        <p:txBody>
          <a:bodyPr vert="horz" lIns="91440" tIns="45720" rIns="91440" bIns="45720" rtlCol="0" anchor="t">
            <a:normAutofit fontScale="92500"/>
          </a:bodyPr>
          <a:lstStyle/>
          <a:p>
            <a:pPr marL="0" indent="0">
              <a:buNone/>
            </a:pPr>
            <a:r>
              <a:rPr lang="hu-HU" sz="3200">
                <a:solidFill>
                  <a:schemeClr val="accent1"/>
                </a:solidFill>
                <a:latin typeface="Arial"/>
                <a:cs typeface="Arial"/>
              </a:rPr>
              <a:t>unittest</a:t>
            </a:r>
            <a:endParaRPr lang="hu-HU">
              <a:solidFill>
                <a:schemeClr val="accent1"/>
              </a:solidFill>
            </a:endParaRPr>
          </a:p>
          <a:p>
            <a:pPr marL="342900" indent="-342900"/>
            <a:r>
              <a:rPr lang="hu-HU" sz="2100">
                <a:latin typeface="Arial"/>
                <a:cs typeface="Arial"/>
                <a:hlinkClick r:id="rId2"/>
              </a:rPr>
              <a:t>unittest</a:t>
            </a:r>
            <a:r>
              <a:rPr lang="hu-HU" sz="2100">
                <a:latin typeface="Arial"/>
                <a:ea typeface="+mn-lt"/>
                <a:cs typeface="+mn-lt"/>
              </a:rPr>
              <a:t> is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built</a:t>
            </a:r>
            <a:r>
              <a:rPr lang="hu-HU" sz="2100">
                <a:latin typeface="Arial"/>
                <a:ea typeface="+mn-lt"/>
                <a:cs typeface="+mn-lt"/>
              </a:rPr>
              <a:t>-in testing </a:t>
            </a:r>
            <a:r>
              <a:rPr lang="hu-HU" sz="2100" err="1">
                <a:latin typeface="Arial"/>
                <a:ea typeface="+mn-lt"/>
                <a:cs typeface="+mn-lt"/>
              </a:rPr>
              <a:t>framework</a:t>
            </a:r>
            <a:r>
              <a:rPr lang="hu-HU" sz="2100">
                <a:latin typeface="Arial"/>
                <a:ea typeface="+mn-lt"/>
                <a:cs typeface="+mn-lt"/>
              </a:rPr>
              <a:t> in Python and is </a:t>
            </a:r>
            <a:r>
              <a:rPr lang="hu-HU" sz="2100" err="1">
                <a:latin typeface="Arial"/>
                <a:ea typeface="+mn-lt"/>
                <a:cs typeface="+mn-lt"/>
              </a:rPr>
              <a:t>inspired</a:t>
            </a:r>
            <a:r>
              <a:rPr lang="hu-HU" sz="2100">
                <a:latin typeface="Arial"/>
                <a:ea typeface="+mn-lt"/>
                <a:cs typeface="+mn-lt"/>
              </a:rPr>
              <a:t> </a:t>
            </a:r>
            <a:r>
              <a:rPr lang="hu-HU" sz="2100" err="1">
                <a:latin typeface="Arial"/>
                <a:ea typeface="+mn-lt"/>
                <a:cs typeface="+mn-lt"/>
              </a:rPr>
              <a:t>by</a:t>
            </a:r>
            <a:r>
              <a:rPr lang="hu-HU" sz="2100">
                <a:latin typeface="Arial"/>
                <a:ea typeface="+mn-lt"/>
                <a:cs typeface="+mn-lt"/>
              </a:rPr>
              <a:t> </a:t>
            </a:r>
            <a:r>
              <a:rPr lang="hu-HU" sz="2100" err="1">
                <a:latin typeface="Arial"/>
                <a:ea typeface="+mn-lt"/>
                <a:cs typeface="+mn-lt"/>
              </a:rPr>
              <a:t>Java's</a:t>
            </a:r>
            <a:r>
              <a:rPr lang="hu-HU" sz="2100">
                <a:latin typeface="Arial"/>
                <a:ea typeface="+mn-lt"/>
                <a:cs typeface="+mn-lt"/>
              </a:rPr>
              <a:t> </a:t>
            </a:r>
            <a:r>
              <a:rPr lang="hu-HU" sz="2100" err="1">
                <a:latin typeface="Arial"/>
                <a:ea typeface="+mn-lt"/>
                <a:cs typeface="+mn-lt"/>
              </a:rPr>
              <a:t>JUnit</a:t>
            </a:r>
            <a:r>
              <a:rPr lang="hu-HU" sz="2100">
                <a:latin typeface="Arial"/>
                <a:ea typeface="+mn-lt"/>
                <a:cs typeface="+mn-lt"/>
              </a:rPr>
              <a:t>. </a:t>
            </a:r>
            <a:r>
              <a:rPr lang="hu-HU" sz="2100" err="1">
                <a:latin typeface="Arial"/>
                <a:ea typeface="+mn-lt"/>
                <a:cs typeface="+mn-lt"/>
              </a:rPr>
              <a:t>It</a:t>
            </a:r>
            <a:r>
              <a:rPr lang="hu-HU" sz="2100">
                <a:latin typeface="Arial"/>
                <a:ea typeface="+mn-lt"/>
                <a:cs typeface="+mn-lt"/>
              </a:rPr>
              <a:t> </a:t>
            </a:r>
            <a:r>
              <a:rPr lang="hu-HU" sz="2100" err="1">
                <a:latin typeface="Arial"/>
                <a:ea typeface="+mn-lt"/>
                <a:cs typeface="+mn-lt"/>
              </a:rPr>
              <a:t>supports</a:t>
            </a:r>
            <a:r>
              <a:rPr lang="hu-HU" sz="2100">
                <a:latin typeface="Arial"/>
                <a:ea typeface="+mn-lt"/>
                <a:cs typeface="+mn-lt"/>
              </a:rPr>
              <a:t> test </a:t>
            </a:r>
            <a:r>
              <a:rPr lang="hu-HU" sz="2100" err="1">
                <a:latin typeface="Arial"/>
                <a:ea typeface="+mn-lt"/>
                <a:cs typeface="+mn-lt"/>
              </a:rPr>
              <a:t>automation</a:t>
            </a:r>
            <a:r>
              <a:rPr lang="hu-HU" sz="2100">
                <a:latin typeface="Arial"/>
                <a:ea typeface="+mn-lt"/>
                <a:cs typeface="+mn-lt"/>
              </a:rPr>
              <a:t>, </a:t>
            </a:r>
            <a:r>
              <a:rPr lang="hu-HU" sz="2100" err="1">
                <a:latin typeface="Arial"/>
                <a:ea typeface="+mn-lt"/>
                <a:cs typeface="+mn-lt"/>
              </a:rPr>
              <a:t>sharing</a:t>
            </a:r>
            <a:r>
              <a:rPr lang="hu-HU" sz="2100">
                <a:latin typeface="Arial"/>
                <a:ea typeface="+mn-lt"/>
                <a:cs typeface="+mn-lt"/>
              </a:rPr>
              <a:t> of </a:t>
            </a:r>
            <a:r>
              <a:rPr lang="hu-HU" sz="2100" err="1">
                <a:latin typeface="Arial"/>
                <a:ea typeface="+mn-lt"/>
                <a:cs typeface="+mn-lt"/>
              </a:rPr>
              <a:t>setup</a:t>
            </a:r>
            <a:r>
              <a:rPr lang="hu-HU" sz="2100">
                <a:latin typeface="Arial"/>
                <a:ea typeface="+mn-lt"/>
                <a:cs typeface="+mn-lt"/>
              </a:rPr>
              <a:t> and </a:t>
            </a:r>
            <a:r>
              <a:rPr lang="hu-HU" sz="2100" err="1">
                <a:latin typeface="Arial"/>
                <a:ea typeface="+mn-lt"/>
                <a:cs typeface="+mn-lt"/>
              </a:rPr>
              <a:t>shutdown</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aggregation</a:t>
            </a:r>
            <a:r>
              <a:rPr lang="hu-HU" sz="2100">
                <a:latin typeface="Arial"/>
                <a:ea typeface="+mn-lt"/>
                <a:cs typeface="+mn-lt"/>
              </a:rPr>
              <a:t> of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into</a:t>
            </a:r>
            <a:r>
              <a:rPr lang="hu-HU" sz="2100">
                <a:latin typeface="Arial"/>
                <a:ea typeface="+mn-lt"/>
                <a:cs typeface="+mn-lt"/>
              </a:rPr>
              <a:t> </a:t>
            </a:r>
            <a:r>
              <a:rPr lang="hu-HU" sz="2100" err="1">
                <a:latin typeface="Arial"/>
                <a:ea typeface="+mn-lt"/>
                <a:cs typeface="+mn-lt"/>
              </a:rPr>
              <a:t>collections</a:t>
            </a:r>
            <a:r>
              <a:rPr lang="hu-HU" sz="2100">
                <a:latin typeface="Arial"/>
                <a:ea typeface="+mn-lt"/>
                <a:cs typeface="+mn-lt"/>
              </a:rPr>
              <a:t>, and </a:t>
            </a:r>
            <a:r>
              <a:rPr lang="hu-HU" sz="2100" err="1">
                <a:latin typeface="Arial"/>
                <a:ea typeface="+mn-lt"/>
                <a:cs typeface="+mn-lt"/>
              </a:rPr>
              <a:t>independence</a:t>
            </a:r>
            <a:r>
              <a:rPr lang="hu-HU" sz="2100">
                <a:latin typeface="Arial"/>
                <a:ea typeface="+mn-lt"/>
                <a:cs typeface="+mn-lt"/>
              </a:rPr>
              <a: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from</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reporting</a:t>
            </a:r>
            <a:r>
              <a:rPr lang="hu-HU" sz="2100">
                <a:latin typeface="Arial"/>
                <a:ea typeface="+mn-lt"/>
                <a:cs typeface="+mn-lt"/>
              </a:rPr>
              <a:t> </a:t>
            </a:r>
            <a:r>
              <a:rPr lang="hu-HU" sz="2100" err="1">
                <a:latin typeface="Arial"/>
                <a:ea typeface="+mn-lt"/>
                <a:cs typeface="+mn-lt"/>
              </a:rPr>
              <a:t>framework</a:t>
            </a:r>
            <a:r>
              <a:rPr lang="hu-HU" sz="2100">
                <a:latin typeface="Arial"/>
                <a:ea typeface="+mn-lt"/>
                <a:cs typeface="+mn-lt"/>
              </a:rPr>
              <a:t>.</a:t>
            </a:r>
          </a:p>
          <a:p>
            <a:pPr marL="342900" indent="-342900"/>
            <a:r>
              <a:rPr lang="hu-HU" sz="2100">
                <a:solidFill>
                  <a:srgbClr val="222222"/>
                </a:solidFill>
                <a:latin typeface="Arial"/>
                <a:ea typeface="+mn-lt"/>
                <a:cs typeface="+mn-lt"/>
              </a:rPr>
              <a:t>The </a:t>
            </a:r>
            <a:r>
              <a:rPr lang="hu-HU" sz="2100">
                <a:solidFill>
                  <a:srgbClr val="222222"/>
                </a:solidFill>
                <a:latin typeface="Arial"/>
                <a:cs typeface="Arial"/>
              </a:rPr>
              <a:t>unittest</a:t>
            </a:r>
            <a:r>
              <a:rPr lang="hu-HU" sz="2100">
                <a:solidFill>
                  <a:srgbClr val="222222"/>
                </a:solidFill>
                <a:latin typeface="Arial"/>
                <a:ea typeface="+mn-lt"/>
                <a:cs typeface="+mn-lt"/>
              </a:rPr>
              <a:t> </a:t>
            </a:r>
            <a:r>
              <a:rPr lang="hu-HU" sz="2100" err="1">
                <a:solidFill>
                  <a:srgbClr val="222222"/>
                </a:solidFill>
                <a:latin typeface="Arial"/>
                <a:ea typeface="+mn-lt"/>
                <a:cs typeface="+mn-lt"/>
              </a:rPr>
              <a:t>package</a:t>
            </a:r>
            <a:r>
              <a:rPr lang="hu-HU" sz="2100">
                <a:solidFill>
                  <a:srgbClr val="222222"/>
                </a:solidFill>
                <a:latin typeface="Arial"/>
                <a:ea typeface="+mn-lt"/>
                <a:cs typeface="+mn-lt"/>
              </a:rPr>
              <a:t> </a:t>
            </a:r>
            <a:r>
              <a:rPr lang="hu-HU" sz="2100" err="1">
                <a:solidFill>
                  <a:srgbClr val="222222"/>
                </a:solidFill>
                <a:latin typeface="Arial"/>
                <a:ea typeface="+mn-lt"/>
                <a:cs typeface="+mn-lt"/>
              </a:rPr>
              <a:t>defines</a:t>
            </a:r>
            <a:r>
              <a:rPr lang="hu-HU" sz="2100">
                <a:solidFill>
                  <a:srgbClr val="222222"/>
                </a:solidFill>
                <a:latin typeface="Arial"/>
                <a:ea typeface="+mn-lt"/>
                <a:cs typeface="+mn-lt"/>
              </a:rPr>
              <a:t>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cs typeface="Arial"/>
              </a:rPr>
              <a:t>TestCase</a:t>
            </a:r>
            <a:r>
              <a:rPr lang="hu-HU" sz="2100">
                <a:solidFill>
                  <a:srgbClr val="222222"/>
                </a:solidFill>
                <a:latin typeface="Arial"/>
                <a:ea typeface="+mn-lt"/>
                <a:cs typeface="+mn-lt"/>
              </a:rPr>
              <a:t> </a:t>
            </a:r>
            <a:r>
              <a:rPr lang="hu-HU" sz="2100" err="1">
                <a:solidFill>
                  <a:srgbClr val="222222"/>
                </a:solidFill>
                <a:latin typeface="Arial"/>
                <a:ea typeface="+mn-lt"/>
                <a:cs typeface="+mn-lt"/>
              </a:rPr>
              <a:t>class</a:t>
            </a:r>
            <a:r>
              <a:rPr lang="hu-HU" sz="2100">
                <a:solidFill>
                  <a:srgbClr val="222222"/>
                </a:solidFill>
                <a:latin typeface="Arial"/>
                <a:ea typeface="+mn-lt"/>
                <a:cs typeface="+mn-lt"/>
              </a:rPr>
              <a:t>, </a:t>
            </a:r>
            <a:r>
              <a:rPr lang="hu-HU" sz="2100" err="1">
                <a:solidFill>
                  <a:srgbClr val="222222"/>
                </a:solidFill>
                <a:latin typeface="Arial"/>
                <a:ea typeface="+mn-lt"/>
                <a:cs typeface="+mn-lt"/>
              </a:rPr>
              <a:t>which</a:t>
            </a:r>
            <a:r>
              <a:rPr lang="hu-HU" sz="2100">
                <a:solidFill>
                  <a:srgbClr val="222222"/>
                </a:solidFill>
                <a:latin typeface="Arial"/>
                <a:ea typeface="+mn-lt"/>
                <a:cs typeface="+mn-lt"/>
              </a:rPr>
              <a:t> is </a:t>
            </a:r>
            <a:r>
              <a:rPr lang="hu-HU" sz="2100" err="1">
                <a:solidFill>
                  <a:srgbClr val="222222"/>
                </a:solidFill>
                <a:latin typeface="Arial"/>
                <a:ea typeface="+mn-lt"/>
                <a:cs typeface="+mn-lt"/>
              </a:rPr>
              <a:t>primarily</a:t>
            </a:r>
            <a:r>
              <a:rPr lang="hu-HU" sz="2100">
                <a:solidFill>
                  <a:srgbClr val="222222"/>
                </a:solidFill>
                <a:latin typeface="Arial"/>
                <a:ea typeface="+mn-lt"/>
                <a:cs typeface="+mn-lt"/>
              </a:rPr>
              <a:t> </a:t>
            </a:r>
            <a:r>
              <a:rPr lang="hu-HU" sz="2100" err="1">
                <a:solidFill>
                  <a:srgbClr val="222222"/>
                </a:solidFill>
                <a:latin typeface="Arial"/>
                <a:ea typeface="+mn-lt"/>
                <a:cs typeface="+mn-lt"/>
              </a:rPr>
              <a:t>designed</a:t>
            </a:r>
            <a:r>
              <a:rPr lang="hu-HU" sz="2100">
                <a:solidFill>
                  <a:srgbClr val="222222"/>
                </a:solidFill>
                <a:latin typeface="Arial"/>
                <a:ea typeface="+mn-lt"/>
                <a:cs typeface="+mn-lt"/>
              </a:rPr>
              <a:t> </a:t>
            </a:r>
            <a:r>
              <a:rPr lang="hu-HU" sz="2100" err="1">
                <a:solidFill>
                  <a:srgbClr val="222222"/>
                </a:solidFill>
                <a:latin typeface="Arial"/>
                <a:ea typeface="+mn-lt"/>
                <a:cs typeface="+mn-lt"/>
              </a:rPr>
              <a:t>for</a:t>
            </a:r>
            <a:r>
              <a:rPr lang="hu-HU" sz="2100">
                <a:solidFill>
                  <a:srgbClr val="222222"/>
                </a:solidFill>
                <a:latin typeface="Arial"/>
                <a:ea typeface="+mn-lt"/>
                <a:cs typeface="+mn-lt"/>
              </a:rPr>
              <a:t> </a:t>
            </a:r>
            <a:r>
              <a:rPr lang="hu-HU" sz="2100" err="1">
                <a:solidFill>
                  <a:srgbClr val="222222"/>
                </a:solidFill>
                <a:latin typeface="Arial"/>
                <a:ea typeface="+mn-lt"/>
                <a:cs typeface="+mn-lt"/>
              </a:rPr>
              <a:t>writing</a:t>
            </a:r>
            <a:r>
              <a:rPr lang="hu-HU" sz="2100">
                <a:solidFill>
                  <a:srgbClr val="222222"/>
                </a:solidFill>
                <a:latin typeface="Arial"/>
                <a:ea typeface="+mn-lt"/>
                <a:cs typeface="+mn-lt"/>
              </a:rPr>
              <a:t> unit tests. </a:t>
            </a:r>
            <a:r>
              <a:rPr lang="hu-HU" sz="2100" err="1">
                <a:solidFill>
                  <a:srgbClr val="222222"/>
                </a:solidFill>
                <a:latin typeface="Arial"/>
                <a:ea typeface="+mn-lt"/>
                <a:cs typeface="+mn-lt"/>
              </a:rPr>
              <a:t>To</a:t>
            </a:r>
            <a:r>
              <a:rPr lang="hu-HU" sz="2100">
                <a:solidFill>
                  <a:srgbClr val="222222"/>
                </a:solidFill>
                <a:latin typeface="Arial"/>
                <a:ea typeface="+mn-lt"/>
                <a:cs typeface="+mn-lt"/>
              </a:rPr>
              <a:t> start </a:t>
            </a:r>
            <a:r>
              <a:rPr lang="hu-HU" sz="2100" err="1">
                <a:solidFill>
                  <a:srgbClr val="222222"/>
                </a:solidFill>
                <a:latin typeface="Arial"/>
                <a:ea typeface="+mn-lt"/>
                <a:cs typeface="+mn-lt"/>
              </a:rPr>
              <a:t>writing</a:t>
            </a:r>
            <a:r>
              <a:rPr lang="hu-HU" sz="2100">
                <a:solidFill>
                  <a:srgbClr val="222222"/>
                </a:solidFill>
                <a:latin typeface="Arial"/>
                <a:ea typeface="+mn-lt"/>
                <a:cs typeface="+mn-lt"/>
              </a:rPr>
              <a:t> </a:t>
            </a:r>
            <a:r>
              <a:rPr lang="hu-HU" sz="2100" err="1">
                <a:solidFill>
                  <a:srgbClr val="222222"/>
                </a:solidFill>
                <a:latin typeface="Arial"/>
                <a:ea typeface="+mn-lt"/>
                <a:cs typeface="+mn-lt"/>
              </a:rPr>
              <a:t>your</a:t>
            </a:r>
            <a:r>
              <a:rPr lang="hu-HU" sz="2100">
                <a:solidFill>
                  <a:srgbClr val="222222"/>
                </a:solidFill>
                <a:latin typeface="Arial"/>
                <a:ea typeface="+mn-lt"/>
                <a:cs typeface="+mn-lt"/>
              </a:rPr>
              <a:t> test </a:t>
            </a:r>
            <a:r>
              <a:rPr lang="hu-HU" sz="2100" err="1">
                <a:solidFill>
                  <a:srgbClr val="222222"/>
                </a:solidFill>
                <a:latin typeface="Arial"/>
                <a:ea typeface="+mn-lt"/>
                <a:cs typeface="+mn-lt"/>
              </a:rPr>
              <a:t>cases</a:t>
            </a:r>
            <a:r>
              <a:rPr lang="hu-HU" sz="2100">
                <a:solidFill>
                  <a:srgbClr val="222222"/>
                </a:solidFill>
                <a:latin typeface="Arial"/>
                <a:ea typeface="+mn-lt"/>
                <a:cs typeface="+mn-lt"/>
              </a:rPr>
              <a:t>, </a:t>
            </a:r>
            <a:r>
              <a:rPr lang="hu-HU" sz="2100" err="1">
                <a:solidFill>
                  <a:srgbClr val="222222"/>
                </a:solidFill>
                <a:latin typeface="Arial"/>
                <a:ea typeface="+mn-lt"/>
                <a:cs typeface="+mn-lt"/>
              </a:rPr>
              <a:t>you</a:t>
            </a:r>
            <a:r>
              <a:rPr lang="hu-HU" sz="2100">
                <a:solidFill>
                  <a:srgbClr val="222222"/>
                </a:solidFill>
                <a:latin typeface="Arial"/>
                <a:ea typeface="+mn-lt"/>
                <a:cs typeface="+mn-lt"/>
              </a:rPr>
              <a:t> </a:t>
            </a:r>
            <a:r>
              <a:rPr lang="hu-HU" sz="2100" err="1">
                <a:solidFill>
                  <a:srgbClr val="222222"/>
                </a:solidFill>
                <a:latin typeface="Arial"/>
                <a:ea typeface="+mn-lt"/>
                <a:cs typeface="+mn-lt"/>
              </a:rPr>
              <a:t>just</a:t>
            </a:r>
            <a:r>
              <a:rPr lang="hu-HU" sz="2100">
                <a:solidFill>
                  <a:srgbClr val="222222"/>
                </a:solidFill>
                <a:latin typeface="Arial"/>
                <a:ea typeface="+mn-lt"/>
                <a:cs typeface="+mn-lt"/>
              </a:rPr>
              <a:t> </a:t>
            </a:r>
            <a:r>
              <a:rPr lang="hu-HU" sz="2100" err="1">
                <a:solidFill>
                  <a:srgbClr val="222222"/>
                </a:solidFill>
                <a:latin typeface="Arial"/>
                <a:ea typeface="+mn-lt"/>
                <a:cs typeface="+mn-lt"/>
              </a:rPr>
              <a:t>need</a:t>
            </a:r>
            <a:r>
              <a:rPr lang="hu-HU" sz="2100">
                <a:solidFill>
                  <a:srgbClr val="222222"/>
                </a:solidFill>
                <a:latin typeface="Arial"/>
                <a:ea typeface="+mn-lt"/>
                <a:cs typeface="+mn-lt"/>
              </a:rPr>
              <a:t> </a:t>
            </a:r>
            <a:r>
              <a:rPr lang="hu-HU" sz="2100" err="1">
                <a:solidFill>
                  <a:srgbClr val="222222"/>
                </a:solidFill>
                <a:latin typeface="Arial"/>
                <a:ea typeface="+mn-lt"/>
                <a:cs typeface="+mn-lt"/>
              </a:rPr>
              <a:t>to</a:t>
            </a:r>
            <a:r>
              <a:rPr lang="hu-HU" sz="2100">
                <a:solidFill>
                  <a:srgbClr val="222222"/>
                </a:solidFill>
                <a:latin typeface="Arial"/>
                <a:ea typeface="+mn-lt"/>
                <a:cs typeface="+mn-lt"/>
              </a:rPr>
              <a:t> import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class</a:t>
            </a:r>
            <a:r>
              <a:rPr lang="hu-HU" sz="2100">
                <a:solidFill>
                  <a:srgbClr val="222222"/>
                </a:solidFill>
                <a:latin typeface="Arial"/>
                <a:ea typeface="+mn-lt"/>
                <a:cs typeface="+mn-lt"/>
              </a:rPr>
              <a:t> and </a:t>
            </a:r>
            <a:r>
              <a:rPr lang="hu-HU" sz="2100" err="1">
                <a:solidFill>
                  <a:srgbClr val="222222"/>
                </a:solidFill>
                <a:latin typeface="Arial"/>
                <a:ea typeface="+mn-lt"/>
                <a:cs typeface="+mn-lt"/>
              </a:rPr>
              <a:t>subclass</a:t>
            </a:r>
            <a:r>
              <a:rPr lang="hu-HU" sz="2100">
                <a:solidFill>
                  <a:srgbClr val="222222"/>
                </a:solidFill>
                <a:latin typeface="Arial"/>
                <a:ea typeface="+mn-lt"/>
                <a:cs typeface="+mn-lt"/>
              </a:rPr>
              <a:t> </a:t>
            </a:r>
            <a:r>
              <a:rPr lang="hu-HU" sz="2100" err="1">
                <a:solidFill>
                  <a:srgbClr val="222222"/>
                </a:solidFill>
                <a:latin typeface="Arial"/>
                <a:ea typeface="+mn-lt"/>
                <a:cs typeface="+mn-lt"/>
              </a:rPr>
              <a:t>it</a:t>
            </a:r>
            <a:r>
              <a:rPr lang="hu-HU" sz="2100">
                <a:solidFill>
                  <a:srgbClr val="222222"/>
                </a:solidFill>
                <a:latin typeface="Arial"/>
                <a:ea typeface="+mn-lt"/>
                <a:cs typeface="+mn-lt"/>
              </a:rPr>
              <a:t>. </a:t>
            </a:r>
            <a:r>
              <a:rPr lang="hu-HU" sz="2100" err="1">
                <a:solidFill>
                  <a:srgbClr val="222222"/>
                </a:solidFill>
                <a:latin typeface="Arial"/>
                <a:ea typeface="+mn-lt"/>
                <a:cs typeface="+mn-lt"/>
              </a:rPr>
              <a:t>Then</a:t>
            </a:r>
            <a:r>
              <a:rPr lang="hu-HU" sz="2100">
                <a:solidFill>
                  <a:srgbClr val="222222"/>
                </a:solidFill>
                <a:latin typeface="Arial"/>
                <a:ea typeface="+mn-lt"/>
                <a:cs typeface="+mn-lt"/>
              </a:rPr>
              <a:t>, </a:t>
            </a:r>
            <a:r>
              <a:rPr lang="hu-HU" sz="2100" err="1">
                <a:solidFill>
                  <a:srgbClr val="222222"/>
                </a:solidFill>
                <a:latin typeface="Arial"/>
                <a:ea typeface="+mn-lt"/>
                <a:cs typeface="+mn-lt"/>
              </a:rPr>
              <a:t>you’ll</a:t>
            </a:r>
            <a:r>
              <a:rPr lang="hu-HU" sz="2100">
                <a:solidFill>
                  <a:srgbClr val="222222"/>
                </a:solidFill>
                <a:latin typeface="Arial"/>
                <a:ea typeface="+mn-lt"/>
                <a:cs typeface="+mn-lt"/>
              </a:rPr>
              <a:t> add </a:t>
            </a:r>
            <a:r>
              <a:rPr lang="hu-HU" sz="2100" err="1">
                <a:solidFill>
                  <a:srgbClr val="222222"/>
                </a:solidFill>
                <a:latin typeface="Arial"/>
                <a:ea typeface="+mn-lt"/>
                <a:cs typeface="+mn-lt"/>
              </a:rPr>
              <a:t>methods</a:t>
            </a:r>
            <a:r>
              <a:rPr lang="hu-HU" sz="2100">
                <a:solidFill>
                  <a:srgbClr val="222222"/>
                </a:solidFill>
                <a:latin typeface="Arial"/>
                <a:ea typeface="+mn-lt"/>
                <a:cs typeface="+mn-lt"/>
              </a:rPr>
              <a:t> </a:t>
            </a:r>
            <a:r>
              <a:rPr lang="hu-HU" sz="2100" err="1">
                <a:solidFill>
                  <a:srgbClr val="222222"/>
                </a:solidFill>
                <a:latin typeface="Arial"/>
                <a:ea typeface="+mn-lt"/>
                <a:cs typeface="+mn-lt"/>
              </a:rPr>
              <a:t>whose</a:t>
            </a:r>
            <a:r>
              <a:rPr lang="hu-HU" sz="2100">
                <a:solidFill>
                  <a:srgbClr val="222222"/>
                </a:solidFill>
                <a:latin typeface="Arial"/>
                <a:ea typeface="+mn-lt"/>
                <a:cs typeface="+mn-lt"/>
              </a:rPr>
              <a:t> </a:t>
            </a:r>
            <a:r>
              <a:rPr lang="hu-HU" sz="2100" err="1">
                <a:solidFill>
                  <a:srgbClr val="222222"/>
                </a:solidFill>
                <a:latin typeface="Arial"/>
                <a:ea typeface="+mn-lt"/>
                <a:cs typeface="+mn-lt"/>
              </a:rPr>
              <a:t>names</a:t>
            </a:r>
            <a:r>
              <a:rPr lang="hu-HU" sz="2100">
                <a:solidFill>
                  <a:srgbClr val="222222"/>
                </a:solidFill>
                <a:latin typeface="Arial"/>
                <a:ea typeface="+mn-lt"/>
                <a:cs typeface="+mn-lt"/>
              </a:rPr>
              <a:t> </a:t>
            </a:r>
            <a:r>
              <a:rPr lang="hu-HU" sz="2100" err="1">
                <a:solidFill>
                  <a:srgbClr val="222222"/>
                </a:solidFill>
                <a:latin typeface="Arial"/>
                <a:ea typeface="+mn-lt"/>
                <a:cs typeface="+mn-lt"/>
              </a:rPr>
              <a:t>should</a:t>
            </a:r>
            <a:r>
              <a:rPr lang="hu-HU" sz="2100">
                <a:solidFill>
                  <a:srgbClr val="222222"/>
                </a:solidFill>
                <a:latin typeface="Arial"/>
                <a:ea typeface="+mn-lt"/>
                <a:cs typeface="+mn-lt"/>
              </a:rPr>
              <a:t> </a:t>
            </a:r>
            <a:r>
              <a:rPr lang="hu-HU" sz="2100" err="1">
                <a:solidFill>
                  <a:srgbClr val="222222"/>
                </a:solidFill>
                <a:latin typeface="Arial"/>
                <a:ea typeface="+mn-lt"/>
                <a:cs typeface="+mn-lt"/>
              </a:rPr>
              <a:t>begin</a:t>
            </a:r>
            <a:r>
              <a:rPr lang="hu-HU" sz="2100">
                <a:solidFill>
                  <a:srgbClr val="222222"/>
                </a:solidFill>
                <a:latin typeface="Arial"/>
                <a:ea typeface="+mn-lt"/>
                <a:cs typeface="+mn-lt"/>
              </a:rPr>
              <a:t> </a:t>
            </a:r>
            <a:r>
              <a:rPr lang="hu-HU" sz="2100" err="1">
                <a:solidFill>
                  <a:srgbClr val="222222"/>
                </a:solidFill>
                <a:latin typeface="Arial"/>
                <a:ea typeface="+mn-lt"/>
                <a:cs typeface="+mn-lt"/>
              </a:rPr>
              <a:t>with</a:t>
            </a:r>
            <a:r>
              <a:rPr lang="hu-HU" sz="2100">
                <a:solidFill>
                  <a:srgbClr val="222222"/>
                </a:solidFill>
                <a:latin typeface="Arial"/>
                <a:ea typeface="+mn-lt"/>
                <a:cs typeface="+mn-lt"/>
              </a:rPr>
              <a:t> </a:t>
            </a:r>
            <a:r>
              <a:rPr lang="hu-HU" sz="2100">
                <a:solidFill>
                  <a:srgbClr val="222222"/>
                </a:solidFill>
                <a:latin typeface="Arial"/>
                <a:cs typeface="Arial"/>
              </a:rPr>
              <a:t>test</a:t>
            </a:r>
            <a:r>
              <a:rPr lang="hu-HU" sz="2100">
                <a:solidFill>
                  <a:srgbClr val="222222"/>
                </a:solidFill>
                <a:latin typeface="Arial"/>
                <a:ea typeface="+mn-lt"/>
                <a:cs typeface="+mn-lt"/>
              </a:rPr>
              <a:t>. </a:t>
            </a:r>
            <a:r>
              <a:rPr lang="hu-HU" sz="2100" err="1">
                <a:solidFill>
                  <a:srgbClr val="222222"/>
                </a:solidFill>
                <a:latin typeface="Arial"/>
                <a:ea typeface="+mn-lt"/>
                <a:cs typeface="+mn-lt"/>
              </a:rPr>
              <a:t>These</a:t>
            </a:r>
            <a:r>
              <a:rPr lang="hu-HU" sz="2100">
                <a:solidFill>
                  <a:srgbClr val="222222"/>
                </a:solidFill>
                <a:latin typeface="Arial"/>
                <a:ea typeface="+mn-lt"/>
                <a:cs typeface="+mn-lt"/>
              </a:rPr>
              <a:t> </a:t>
            </a:r>
            <a:r>
              <a:rPr lang="hu-HU" sz="2100" err="1">
                <a:solidFill>
                  <a:srgbClr val="222222"/>
                </a:solidFill>
                <a:latin typeface="Arial"/>
                <a:ea typeface="+mn-lt"/>
                <a:cs typeface="+mn-lt"/>
              </a:rPr>
              <a:t>methods</a:t>
            </a:r>
            <a:r>
              <a:rPr lang="hu-HU" sz="2100">
                <a:solidFill>
                  <a:srgbClr val="222222"/>
                </a:solidFill>
                <a:latin typeface="Arial"/>
                <a:ea typeface="+mn-lt"/>
                <a:cs typeface="+mn-lt"/>
              </a:rPr>
              <a:t> </a:t>
            </a:r>
            <a:r>
              <a:rPr lang="hu-HU" sz="2100" err="1">
                <a:solidFill>
                  <a:srgbClr val="222222"/>
                </a:solidFill>
                <a:latin typeface="Arial"/>
                <a:ea typeface="+mn-lt"/>
                <a:cs typeface="+mn-lt"/>
              </a:rPr>
              <a:t>will</a:t>
            </a:r>
            <a:r>
              <a:rPr lang="hu-HU" sz="2100">
                <a:solidFill>
                  <a:srgbClr val="222222"/>
                </a:solidFill>
                <a:latin typeface="Arial"/>
                <a:ea typeface="+mn-lt"/>
                <a:cs typeface="+mn-lt"/>
              </a:rPr>
              <a:t> test a </a:t>
            </a:r>
            <a:r>
              <a:rPr lang="hu-HU" sz="2100" err="1">
                <a:solidFill>
                  <a:srgbClr val="222222"/>
                </a:solidFill>
                <a:latin typeface="Arial"/>
                <a:ea typeface="+mn-lt"/>
                <a:cs typeface="+mn-lt"/>
              </a:rPr>
              <a:t>given</a:t>
            </a:r>
            <a:r>
              <a:rPr lang="hu-HU" sz="2100">
                <a:solidFill>
                  <a:srgbClr val="222222"/>
                </a:solidFill>
                <a:latin typeface="Arial"/>
                <a:ea typeface="+mn-lt"/>
                <a:cs typeface="+mn-lt"/>
              </a:rPr>
              <a:t> unit of </a:t>
            </a:r>
            <a:r>
              <a:rPr lang="hu-HU" sz="2100" err="1">
                <a:solidFill>
                  <a:srgbClr val="222222"/>
                </a:solidFill>
                <a:latin typeface="Arial"/>
                <a:ea typeface="+mn-lt"/>
                <a:cs typeface="+mn-lt"/>
              </a:rPr>
              <a:t>code</a:t>
            </a:r>
            <a:r>
              <a:rPr lang="hu-HU" sz="2100">
                <a:solidFill>
                  <a:srgbClr val="222222"/>
                </a:solidFill>
                <a:latin typeface="Arial"/>
                <a:ea typeface="+mn-lt"/>
                <a:cs typeface="+mn-lt"/>
              </a:rPr>
              <a:t> </a:t>
            </a:r>
            <a:r>
              <a:rPr lang="hu-HU" sz="2100" err="1">
                <a:solidFill>
                  <a:srgbClr val="222222"/>
                </a:solidFill>
                <a:latin typeface="Arial"/>
                <a:ea typeface="+mn-lt"/>
                <a:cs typeface="+mn-lt"/>
              </a:rPr>
              <a:t>using</a:t>
            </a:r>
            <a:r>
              <a:rPr lang="hu-HU" sz="2100">
                <a:solidFill>
                  <a:srgbClr val="222222"/>
                </a:solidFill>
                <a:latin typeface="Arial"/>
                <a:ea typeface="+mn-lt"/>
                <a:cs typeface="+mn-lt"/>
              </a:rPr>
              <a:t> </a:t>
            </a:r>
            <a:r>
              <a:rPr lang="hu-HU" sz="2100" err="1">
                <a:solidFill>
                  <a:srgbClr val="222222"/>
                </a:solidFill>
                <a:latin typeface="Arial"/>
                <a:ea typeface="+mn-lt"/>
                <a:cs typeface="+mn-lt"/>
              </a:rPr>
              <a:t>different</a:t>
            </a:r>
            <a:r>
              <a:rPr lang="hu-HU" sz="2100">
                <a:solidFill>
                  <a:srgbClr val="222222"/>
                </a:solidFill>
                <a:latin typeface="Arial"/>
                <a:ea typeface="+mn-lt"/>
                <a:cs typeface="+mn-lt"/>
              </a:rPr>
              <a:t> </a:t>
            </a:r>
            <a:r>
              <a:rPr lang="hu-HU" sz="2100" err="1">
                <a:solidFill>
                  <a:srgbClr val="222222"/>
                </a:solidFill>
                <a:latin typeface="Arial"/>
                <a:ea typeface="+mn-lt"/>
                <a:cs typeface="+mn-lt"/>
              </a:rPr>
              <a:t>inputs</a:t>
            </a:r>
            <a:r>
              <a:rPr lang="hu-HU" sz="2100">
                <a:solidFill>
                  <a:srgbClr val="222222"/>
                </a:solidFill>
                <a:latin typeface="Arial"/>
                <a:ea typeface="+mn-lt"/>
                <a:cs typeface="+mn-lt"/>
              </a:rPr>
              <a:t> and </a:t>
            </a:r>
            <a:r>
              <a:rPr lang="hu-HU" sz="2100" err="1">
                <a:solidFill>
                  <a:srgbClr val="222222"/>
                </a:solidFill>
                <a:latin typeface="Arial"/>
                <a:ea typeface="+mn-lt"/>
                <a:cs typeface="+mn-lt"/>
              </a:rPr>
              <a:t>check</a:t>
            </a:r>
            <a:r>
              <a:rPr lang="hu-HU" sz="2100">
                <a:solidFill>
                  <a:srgbClr val="222222"/>
                </a:solidFill>
                <a:latin typeface="Arial"/>
                <a:ea typeface="+mn-lt"/>
                <a:cs typeface="+mn-lt"/>
              </a:rPr>
              <a:t> </a:t>
            </a:r>
            <a:r>
              <a:rPr lang="hu-HU" sz="2100" err="1">
                <a:solidFill>
                  <a:srgbClr val="222222"/>
                </a:solidFill>
                <a:latin typeface="Arial"/>
                <a:ea typeface="+mn-lt"/>
                <a:cs typeface="+mn-lt"/>
              </a:rPr>
              <a:t>for</a:t>
            </a:r>
            <a:r>
              <a:rPr lang="hu-HU" sz="2100">
                <a:solidFill>
                  <a:srgbClr val="222222"/>
                </a:solidFill>
                <a:latin typeface="Arial"/>
                <a:ea typeface="+mn-lt"/>
                <a:cs typeface="+mn-lt"/>
              </a:rPr>
              <a:t> </a:t>
            </a:r>
            <a:r>
              <a:rPr lang="hu-HU" sz="2100" err="1">
                <a:solidFill>
                  <a:srgbClr val="222222"/>
                </a:solidFill>
                <a:latin typeface="Arial"/>
                <a:ea typeface="+mn-lt"/>
                <a:cs typeface="+mn-lt"/>
              </a:rPr>
              <a:t>the</a:t>
            </a:r>
            <a:r>
              <a:rPr lang="hu-HU" sz="2100">
                <a:solidFill>
                  <a:srgbClr val="222222"/>
                </a:solidFill>
                <a:latin typeface="Arial"/>
                <a:ea typeface="+mn-lt"/>
                <a:cs typeface="+mn-lt"/>
              </a:rPr>
              <a:t> </a:t>
            </a:r>
            <a:r>
              <a:rPr lang="hu-HU" sz="2100" err="1">
                <a:solidFill>
                  <a:srgbClr val="222222"/>
                </a:solidFill>
                <a:latin typeface="Arial"/>
                <a:ea typeface="+mn-lt"/>
                <a:cs typeface="+mn-lt"/>
              </a:rPr>
              <a:t>expected</a:t>
            </a:r>
            <a:r>
              <a:rPr lang="hu-HU" sz="2100">
                <a:solidFill>
                  <a:srgbClr val="222222"/>
                </a:solidFill>
                <a:latin typeface="Arial"/>
                <a:ea typeface="+mn-lt"/>
                <a:cs typeface="+mn-lt"/>
              </a:rPr>
              <a:t> </a:t>
            </a:r>
            <a:r>
              <a:rPr lang="hu-HU" sz="2100" err="1">
                <a:solidFill>
                  <a:srgbClr val="222222"/>
                </a:solidFill>
                <a:latin typeface="Arial"/>
                <a:ea typeface="+mn-lt"/>
                <a:cs typeface="+mn-lt"/>
              </a:rPr>
              <a:t>results</a:t>
            </a:r>
            <a:r>
              <a:rPr lang="hu-HU" sz="2100">
                <a:solidFill>
                  <a:srgbClr val="222222"/>
                </a:solidFill>
                <a:latin typeface="Arial"/>
                <a:ea typeface="+mn-lt"/>
                <a:cs typeface="+mn-lt"/>
              </a:rPr>
              <a:t>.</a:t>
            </a:r>
            <a:br>
              <a:rPr lang="hu-HU" sz="2100">
                <a:solidFill>
                  <a:srgbClr val="222222"/>
                </a:solidFill>
                <a:latin typeface="Arial"/>
                <a:ea typeface="+mn-lt"/>
                <a:cs typeface="+mn-lt"/>
              </a:rPr>
            </a:br>
            <a:br>
              <a:rPr lang="hu-HU" sz="2100">
                <a:latin typeface="Arial"/>
                <a:ea typeface="+mn-lt"/>
                <a:cs typeface="+mn-lt"/>
              </a:rPr>
            </a:br>
            <a:endParaRPr lang="hu-HU" sz="2100">
              <a:solidFill>
                <a:srgbClr val="222222"/>
              </a:solidFill>
              <a:latin typeface="Arial"/>
              <a:ea typeface="+mn-lt"/>
              <a:cs typeface="+mn-lt"/>
            </a:endParaRPr>
          </a:p>
          <a:p>
            <a:pPr marL="0" indent="0">
              <a:buNone/>
            </a:pPr>
            <a:endParaRPr lang="hu-HU" sz="2100">
              <a:solidFill>
                <a:srgbClr val="222222"/>
              </a:solidFill>
              <a:latin typeface="Arial"/>
              <a:ea typeface="+mn-lt"/>
              <a:cs typeface="+mn-lt"/>
            </a:endParaRPr>
          </a:p>
          <a:p>
            <a:pPr>
              <a:buNone/>
            </a:pPr>
            <a:endParaRPr lang="hu-HU" sz="2100">
              <a:solidFill>
                <a:srgbClr val="222222"/>
              </a:solidFill>
              <a:latin typeface="Arial"/>
            </a:endParaRPr>
          </a:p>
        </p:txBody>
      </p:sp>
      <p:pic>
        <p:nvPicPr>
          <p:cNvPr id="4" name="Kép 3" descr="A képen szöveg, képernyőkép, Betűtípus látható&#10;&#10;Automatikusan generált leírás">
            <a:extLst>
              <a:ext uri="{FF2B5EF4-FFF2-40B4-BE49-F238E27FC236}">
                <a16:creationId xmlns:a16="http://schemas.microsoft.com/office/drawing/2014/main" id="{E2A19939-06BB-A761-B3C7-A7EC8BC81715}"/>
              </a:ext>
            </a:extLst>
          </p:cNvPr>
          <p:cNvPicPr>
            <a:picLocks noChangeAspect="1"/>
          </p:cNvPicPr>
          <p:nvPr/>
        </p:nvPicPr>
        <p:blipFill>
          <a:blip r:embed="rId3"/>
          <a:stretch>
            <a:fillRect/>
          </a:stretch>
        </p:blipFill>
        <p:spPr>
          <a:xfrm>
            <a:off x="5668785" y="292335"/>
            <a:ext cx="6291910" cy="5972292"/>
          </a:xfrm>
          <a:prstGeom prst="rect">
            <a:avLst/>
          </a:prstGeom>
        </p:spPr>
      </p:pic>
    </p:spTree>
    <p:extLst>
      <p:ext uri="{BB962C8B-B14F-4D97-AF65-F5344CB8AC3E}">
        <p14:creationId xmlns:p14="http://schemas.microsoft.com/office/powerpoint/2010/main" val="1087035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3CF8347C-679F-126F-55BD-93A9E8284BCF}"/>
              </a:ext>
            </a:extLst>
          </p:cNvPr>
          <p:cNvSpPr>
            <a:spLocks noGrp="1"/>
          </p:cNvSpPr>
          <p:nvPr>
            <p:ph idx="1"/>
          </p:nvPr>
        </p:nvSpPr>
        <p:spPr>
          <a:xfrm>
            <a:off x="320793" y="263996"/>
            <a:ext cx="3897490" cy="6418614"/>
          </a:xfrm>
        </p:spPr>
        <p:txBody>
          <a:bodyPr vert="horz" lIns="91440" tIns="45720" rIns="91440" bIns="45720" rtlCol="0" anchor="t">
            <a:normAutofit lnSpcReduction="10000"/>
          </a:bodyPr>
          <a:lstStyle/>
          <a:p>
            <a:pPr marL="0" indent="0">
              <a:buNone/>
            </a:pPr>
            <a:r>
              <a:rPr lang="hu-HU" sz="3200" err="1">
                <a:solidFill>
                  <a:schemeClr val="accent1"/>
                </a:solidFill>
                <a:latin typeface="Arial"/>
                <a:cs typeface="Arial"/>
              </a:rPr>
              <a:t>pytest</a:t>
            </a:r>
            <a:endParaRPr lang="hu-HU" sz="3200">
              <a:solidFill>
                <a:schemeClr val="accent1"/>
              </a:solidFill>
              <a:latin typeface="Arial"/>
              <a:cs typeface="Arial"/>
            </a:endParaRPr>
          </a:p>
          <a:p>
            <a:pPr marL="342900" indent="-342900"/>
            <a:r>
              <a:rPr lang="hu-HU" sz="2100">
                <a:latin typeface="Arial"/>
                <a:cs typeface="Arial"/>
                <a:hlinkClick r:id="rId2">
                  <a:extLst>
                    <a:ext uri="{A12FA001-AC4F-418D-AE19-62706E023703}">
                      <ahyp:hlinkClr xmlns:ahyp="http://schemas.microsoft.com/office/drawing/2018/hyperlinkcolor" val="tx"/>
                    </a:ext>
                  </a:extLst>
                </a:hlinkClick>
              </a:rPr>
              <a:t>pytest</a:t>
            </a:r>
            <a:r>
              <a:rPr lang="hu-HU" sz="2100">
                <a:latin typeface="Arial"/>
                <a:ea typeface="+mn-lt"/>
                <a:cs typeface="+mn-lt"/>
              </a:rPr>
              <a:t> is a more </a:t>
            </a:r>
            <a:r>
              <a:rPr lang="hu-HU" sz="2100" err="1">
                <a:latin typeface="Arial"/>
                <a:ea typeface="+mn-lt"/>
                <a:cs typeface="+mn-lt"/>
              </a:rPr>
              <a:t>powerful</a:t>
            </a:r>
            <a:r>
              <a:rPr lang="hu-HU" sz="2100">
                <a:latin typeface="Arial"/>
                <a:ea typeface="+mn-lt"/>
                <a:cs typeface="+mn-lt"/>
              </a:rPr>
              <a:t> and </a:t>
            </a:r>
            <a:r>
              <a:rPr lang="hu-HU" sz="2100" err="1">
                <a:latin typeface="Arial"/>
                <a:ea typeface="+mn-lt"/>
                <a:cs typeface="+mn-lt"/>
              </a:rPr>
              <a:t>flexible</a:t>
            </a:r>
            <a:r>
              <a:rPr lang="hu-HU" sz="2100">
                <a:latin typeface="Arial"/>
                <a:ea typeface="+mn-lt"/>
                <a:cs typeface="+mn-lt"/>
              </a:rPr>
              <a:t> testing </a:t>
            </a:r>
            <a:r>
              <a:rPr lang="hu-HU" sz="2100" err="1">
                <a:latin typeface="Arial"/>
                <a:ea typeface="+mn-lt"/>
                <a:cs typeface="+mn-lt"/>
              </a:rPr>
              <a:t>framework</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is </a:t>
            </a:r>
            <a:r>
              <a:rPr lang="hu-HU" sz="2100" err="1">
                <a:latin typeface="Arial"/>
                <a:ea typeface="+mn-lt"/>
                <a:cs typeface="+mn-lt"/>
              </a:rPr>
              <a:t>often</a:t>
            </a:r>
            <a:r>
              <a:rPr lang="hu-HU" sz="2100">
                <a:latin typeface="Arial"/>
                <a:ea typeface="+mn-lt"/>
                <a:cs typeface="+mn-lt"/>
              </a:rPr>
              <a:t> </a:t>
            </a:r>
            <a:r>
              <a:rPr lang="hu-HU" sz="2100" err="1">
                <a:latin typeface="Arial"/>
                <a:ea typeface="+mn-lt"/>
                <a:cs typeface="+mn-lt"/>
              </a:rPr>
              <a:t>preferred</a:t>
            </a:r>
            <a:r>
              <a:rPr lang="hu-HU" sz="2100">
                <a:latin typeface="Arial"/>
                <a:ea typeface="+mn-lt"/>
                <a:cs typeface="+mn-lt"/>
              </a:rPr>
              <a:t> over </a:t>
            </a:r>
            <a:r>
              <a:rPr lang="hu-HU" sz="2100">
                <a:latin typeface="Arial"/>
                <a:cs typeface="Arial"/>
              </a:rPr>
              <a:t>unittest</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its</a:t>
            </a:r>
            <a:r>
              <a:rPr lang="hu-HU" sz="2100">
                <a:latin typeface="Arial"/>
                <a:ea typeface="+mn-lt"/>
                <a:cs typeface="+mn-lt"/>
              </a:rPr>
              <a:t> </a:t>
            </a:r>
            <a:r>
              <a:rPr lang="hu-HU" sz="2100" err="1">
                <a:latin typeface="Arial"/>
                <a:ea typeface="+mn-lt"/>
                <a:cs typeface="+mn-lt"/>
              </a:rPr>
              <a:t>simplicity</a:t>
            </a:r>
            <a:r>
              <a:rPr lang="hu-HU" sz="2100">
                <a:latin typeface="Arial"/>
                <a:ea typeface="+mn-lt"/>
                <a:cs typeface="+mn-lt"/>
              </a:rPr>
              <a:t> and </a:t>
            </a:r>
            <a:r>
              <a:rPr lang="hu-HU" sz="2100" err="1">
                <a:latin typeface="Arial"/>
                <a:ea typeface="+mn-lt"/>
                <a:cs typeface="+mn-lt"/>
              </a:rPr>
              <a:t>advanced</a:t>
            </a:r>
            <a:r>
              <a:rPr lang="hu-HU" sz="2100">
                <a:latin typeface="Arial"/>
                <a:ea typeface="+mn-lt"/>
                <a:cs typeface="+mn-lt"/>
              </a:rPr>
              <a:t> </a:t>
            </a:r>
            <a:r>
              <a:rPr lang="hu-HU" sz="2100" err="1">
                <a:latin typeface="Arial"/>
                <a:ea typeface="+mn-lt"/>
                <a:cs typeface="+mn-lt"/>
              </a:rPr>
              <a:t>features</a:t>
            </a:r>
            <a:r>
              <a:rPr lang="hu-HU" sz="2100">
                <a:latin typeface="Arial"/>
                <a:ea typeface="+mn-lt"/>
                <a:cs typeface="+mn-lt"/>
              </a:rPr>
              <a:t> like </a:t>
            </a:r>
            <a:r>
              <a:rPr lang="hu-HU" sz="2100" err="1">
                <a:latin typeface="Arial"/>
                <a:ea typeface="+mn-lt"/>
                <a:cs typeface="+mn-lt"/>
              </a:rPr>
              <a:t>fixtures</a:t>
            </a:r>
            <a:r>
              <a:rPr lang="hu-HU" sz="2100">
                <a:latin typeface="Arial"/>
                <a:ea typeface="+mn-lt"/>
                <a:cs typeface="+mn-lt"/>
              </a:rPr>
              <a:t>, </a:t>
            </a:r>
            <a:r>
              <a:rPr lang="hu-HU" sz="2100" err="1">
                <a:latin typeface="Arial"/>
                <a:ea typeface="+mn-lt"/>
                <a:cs typeface="+mn-lt"/>
              </a:rPr>
              <a:t>parameterized</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and </a:t>
            </a:r>
            <a:r>
              <a:rPr lang="hu-HU" sz="2100" err="1">
                <a:latin typeface="Arial"/>
                <a:ea typeface="+mn-lt"/>
                <a:cs typeface="+mn-lt"/>
              </a:rPr>
              <a:t>better</a:t>
            </a:r>
            <a:r>
              <a:rPr lang="hu-HU" sz="2100">
                <a:latin typeface="Arial"/>
                <a:ea typeface="+mn-lt"/>
                <a:cs typeface="+mn-lt"/>
              </a:rPr>
              <a:t> output </a:t>
            </a:r>
            <a:r>
              <a:rPr lang="hu-HU" sz="2100" err="1">
                <a:latin typeface="Arial"/>
                <a:ea typeface="+mn-lt"/>
                <a:cs typeface="+mn-lt"/>
              </a:rPr>
              <a:t>formatting</a:t>
            </a:r>
            <a:r>
              <a:rPr lang="hu-HU" sz="2100">
                <a:latin typeface="Arial"/>
                <a:ea typeface="+mn-lt"/>
                <a:cs typeface="+mn-lt"/>
              </a:rPr>
              <a:t>.</a:t>
            </a:r>
            <a:endParaRPr lang="hu-HU" sz="2100">
              <a:latin typeface="Arial"/>
              <a:cs typeface="Arial"/>
            </a:endParaRPr>
          </a:p>
          <a:p>
            <a:pPr marL="342900" indent="-342900"/>
            <a:r>
              <a:rPr lang="hu-HU" sz="2100" err="1">
                <a:latin typeface="Arial"/>
                <a:ea typeface="+mn-lt"/>
                <a:cs typeface="+mn-lt"/>
              </a:rPr>
              <a:t>pytest</a:t>
            </a:r>
            <a:r>
              <a:rPr lang="hu-HU" sz="2100">
                <a:latin typeface="Arial"/>
                <a:ea typeface="+mn-lt"/>
                <a:cs typeface="+mn-lt"/>
              </a:rPr>
              <a:t> </a:t>
            </a:r>
            <a:r>
              <a:rPr lang="hu-HU" sz="2100" err="1">
                <a:latin typeface="Arial"/>
                <a:ea typeface="+mn-lt"/>
                <a:cs typeface="+mn-lt"/>
              </a:rPr>
              <a:t>requires</a:t>
            </a:r>
            <a:r>
              <a:rPr lang="hu-HU" sz="2100">
                <a:latin typeface="Arial"/>
                <a:ea typeface="+mn-lt"/>
                <a:cs typeface="+mn-lt"/>
              </a:rPr>
              <a:t>: Python 3.8+ </a:t>
            </a:r>
            <a:r>
              <a:rPr lang="hu-HU" sz="2100" err="1">
                <a:latin typeface="Arial"/>
                <a:ea typeface="+mn-lt"/>
                <a:cs typeface="+mn-lt"/>
              </a:rPr>
              <a:t>or</a:t>
            </a:r>
            <a:r>
              <a:rPr lang="hu-HU" sz="2100">
                <a:latin typeface="Arial"/>
                <a:ea typeface="+mn-lt"/>
                <a:cs typeface="+mn-lt"/>
              </a:rPr>
              <a:t> PyPy3.In </a:t>
            </a:r>
            <a:r>
              <a:rPr lang="hu-HU" sz="2100" err="1">
                <a:latin typeface="Arial"/>
                <a:ea typeface="+mn-lt"/>
                <a:cs typeface="+mn-lt"/>
              </a:rPr>
              <a:t>order</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run</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pytest</a:t>
            </a:r>
            <a:r>
              <a:rPr lang="hu-HU" sz="2100">
                <a:latin typeface="Arial"/>
                <a:ea typeface="+mn-lt"/>
                <a:cs typeface="+mn-lt"/>
              </a:rPr>
              <a:t> </a:t>
            </a:r>
            <a:r>
              <a:rPr lang="hu-HU" sz="2100" err="1">
                <a:latin typeface="Arial"/>
                <a:ea typeface="+mn-lt"/>
                <a:cs typeface="+mn-lt"/>
              </a:rPr>
              <a:t>first</a:t>
            </a:r>
            <a:r>
              <a:rPr lang="hu-HU" sz="2100">
                <a:latin typeface="Arial"/>
                <a:ea typeface="+mn-lt"/>
                <a:cs typeface="+mn-lt"/>
              </a:rPr>
              <a:t> </a:t>
            </a:r>
            <a:r>
              <a:rPr lang="hu-HU" sz="2100" err="1">
                <a:latin typeface="Arial"/>
                <a:ea typeface="+mn-lt"/>
                <a:cs typeface="+mn-lt"/>
              </a:rPr>
              <a:t>you</a:t>
            </a:r>
            <a:r>
              <a:rPr lang="hu-HU" sz="2100">
                <a:latin typeface="Arial"/>
                <a:ea typeface="+mn-lt"/>
                <a:cs typeface="+mn-lt"/>
              </a:rPr>
              <a:t> </a:t>
            </a:r>
            <a:r>
              <a:rPr lang="hu-HU" sz="2100" err="1">
                <a:latin typeface="Arial"/>
                <a:ea typeface="+mn-lt"/>
                <a:cs typeface="+mn-lt"/>
              </a:rPr>
              <a:t>need</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intsall</a:t>
            </a:r>
            <a:r>
              <a:rPr lang="hu-HU" sz="2100">
                <a:latin typeface="Arial"/>
                <a:ea typeface="+mn-lt"/>
                <a:cs typeface="+mn-lt"/>
              </a:rPr>
              <a:t> </a:t>
            </a:r>
            <a:r>
              <a:rPr lang="hu-HU" sz="2100" err="1">
                <a:latin typeface="Arial"/>
                <a:ea typeface="+mn-lt"/>
                <a:cs typeface="+mn-lt"/>
              </a:rPr>
              <a:t>it</a:t>
            </a:r>
            <a:r>
              <a:rPr lang="hu-HU" sz="2100">
                <a:latin typeface="Arial"/>
                <a:ea typeface="+mn-lt"/>
                <a:cs typeface="+mn-lt"/>
              </a:rPr>
              <a:t> </a:t>
            </a:r>
            <a:r>
              <a:rPr lang="hu-HU" sz="2100" err="1">
                <a:latin typeface="Arial"/>
                <a:ea typeface="+mn-lt"/>
                <a:cs typeface="+mn-lt"/>
              </a:rPr>
              <a:t>via</a:t>
            </a:r>
            <a:r>
              <a:rPr lang="hu-HU" sz="2100">
                <a:latin typeface="Arial"/>
                <a:ea typeface="+mn-lt"/>
                <a:cs typeface="+mn-lt"/>
              </a:rPr>
              <a:t> </a:t>
            </a:r>
            <a:r>
              <a:rPr lang="hu-HU" sz="2100" err="1">
                <a:latin typeface="Arial"/>
                <a:ea typeface="+mn-lt"/>
                <a:cs typeface="+mn-lt"/>
              </a:rPr>
              <a:t>pip</a:t>
            </a:r>
            <a:r>
              <a:rPr lang="hu-HU" sz="2100">
                <a:latin typeface="Arial"/>
                <a:ea typeface="+mn-lt"/>
                <a:cs typeface="+mn-lt"/>
              </a:rPr>
              <a:t>.</a:t>
            </a:r>
            <a:endParaRPr lang="hu-HU" sz="2100" i="1">
              <a:latin typeface="Arial"/>
              <a:ea typeface="+mn-lt"/>
              <a:cs typeface="Arial"/>
            </a:endParaRPr>
          </a:p>
          <a:p>
            <a:pPr marL="514350" lvl="1" indent="-285750"/>
            <a:br>
              <a:rPr lang="hu-HU" sz="1700">
                <a:latin typeface="Arial"/>
                <a:ea typeface="+mn-lt"/>
                <a:cs typeface="+mn-lt"/>
              </a:rPr>
            </a:br>
            <a:r>
              <a:rPr lang="hu-HU" sz="1700" i="1" err="1">
                <a:latin typeface="Arial"/>
                <a:cs typeface="Arial"/>
              </a:rPr>
              <a:t>pip</a:t>
            </a:r>
            <a:r>
              <a:rPr lang="hu-HU" sz="1700" i="1">
                <a:latin typeface="Arial"/>
                <a:cs typeface="Arial"/>
              </a:rPr>
              <a:t> </a:t>
            </a:r>
            <a:r>
              <a:rPr lang="hu-HU" sz="1700" i="1" err="1">
                <a:latin typeface="Arial"/>
                <a:cs typeface="Arial"/>
              </a:rPr>
              <a:t>install</a:t>
            </a:r>
            <a:r>
              <a:rPr lang="hu-HU" sz="1700" i="1">
                <a:latin typeface="Arial"/>
                <a:cs typeface="Arial"/>
              </a:rPr>
              <a:t> –U </a:t>
            </a:r>
            <a:r>
              <a:rPr lang="hu-HU" sz="1700" i="1" err="1">
                <a:latin typeface="Arial"/>
                <a:cs typeface="Arial"/>
              </a:rPr>
              <a:t>pytest</a:t>
            </a:r>
            <a:endParaRPr lang="hu-HU" sz="1700" i="1">
              <a:latin typeface="Arial"/>
              <a:cs typeface="Arial"/>
            </a:endParaRPr>
          </a:p>
          <a:p>
            <a:r>
              <a:rPr lang="hu-HU" sz="2100" err="1">
                <a:latin typeface="Arial"/>
                <a:ea typeface="+mn-lt"/>
                <a:cs typeface="+mn-lt"/>
              </a:rPr>
              <a:t>Detailed</a:t>
            </a:r>
            <a:r>
              <a:rPr lang="hu-HU" sz="2100">
                <a:latin typeface="Arial"/>
                <a:ea typeface="+mn-lt"/>
                <a:cs typeface="+mn-lt"/>
              </a:rPr>
              <a:t> </a:t>
            </a:r>
            <a:r>
              <a:rPr lang="hu-HU" sz="2100" err="1">
                <a:latin typeface="Arial"/>
                <a:ea typeface="+mn-lt"/>
                <a:cs typeface="+mn-lt"/>
              </a:rPr>
              <a:t>info</a:t>
            </a:r>
            <a:r>
              <a:rPr lang="hu-HU" sz="2100">
                <a:latin typeface="Arial"/>
                <a:ea typeface="+mn-lt"/>
                <a:cs typeface="+mn-lt"/>
              </a:rPr>
              <a:t> </a:t>
            </a:r>
            <a:r>
              <a:rPr lang="hu-HU" sz="2100" err="1">
                <a:latin typeface="Arial"/>
                <a:ea typeface="+mn-lt"/>
                <a:cs typeface="+mn-lt"/>
              </a:rPr>
              <a:t>on</a:t>
            </a:r>
            <a:r>
              <a:rPr lang="hu-HU" sz="2100">
                <a:latin typeface="Arial"/>
                <a:ea typeface="+mn-lt"/>
                <a:cs typeface="+mn-lt"/>
              </a:rPr>
              <a:t> </a:t>
            </a:r>
            <a:r>
              <a:rPr lang="hu-HU" sz="2100" err="1">
                <a:latin typeface="Arial"/>
                <a:ea typeface="+mn-lt"/>
                <a:cs typeface="+mn-lt"/>
              </a:rPr>
              <a:t>failing</a:t>
            </a:r>
            <a:r>
              <a:rPr lang="hu-HU" sz="2100">
                <a:latin typeface="Arial"/>
                <a:ea typeface="+mn-lt"/>
                <a:cs typeface="+mn-lt"/>
              </a:rPr>
              <a:t> </a:t>
            </a:r>
            <a:r>
              <a:rPr lang="hu-HU" sz="2100" err="1">
                <a:latin typeface="Arial"/>
                <a:ea typeface="+mn-lt"/>
                <a:cs typeface="+mn-lt"/>
              </a:rPr>
              <a:t>assert</a:t>
            </a:r>
            <a:r>
              <a:rPr lang="hu-HU" sz="2100">
                <a:latin typeface="Arial"/>
                <a:ea typeface="+mn-lt"/>
                <a:cs typeface="+mn-lt"/>
              </a:rPr>
              <a:t> </a:t>
            </a:r>
            <a:r>
              <a:rPr lang="hu-HU" sz="2100" err="1">
                <a:latin typeface="Arial"/>
                <a:ea typeface="+mn-lt"/>
                <a:cs typeface="+mn-lt"/>
              </a:rPr>
              <a:t>statements</a:t>
            </a:r>
            <a:r>
              <a:rPr lang="hu-HU" sz="2100">
                <a:latin typeface="Arial"/>
                <a:ea typeface="+mn-lt"/>
                <a:cs typeface="+mn-lt"/>
              </a:rPr>
              <a:t> (no </a:t>
            </a:r>
            <a:r>
              <a:rPr lang="hu-HU" sz="2100" err="1">
                <a:latin typeface="Arial"/>
                <a:ea typeface="+mn-lt"/>
                <a:cs typeface="+mn-lt"/>
              </a:rPr>
              <a:t>need</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remember</a:t>
            </a:r>
            <a:r>
              <a:rPr lang="hu-HU" sz="2100">
                <a:latin typeface="Arial"/>
                <a:ea typeface="+mn-lt"/>
                <a:cs typeface="+mn-lt"/>
              </a:rPr>
              <a:t> </a:t>
            </a:r>
            <a:r>
              <a:rPr lang="hu-HU" sz="2100" err="1">
                <a:latin typeface="Arial"/>
                <a:ea typeface="+mn-lt"/>
                <a:cs typeface="+mn-lt"/>
              </a:rPr>
              <a:t>self.assert</a:t>
            </a:r>
            <a:r>
              <a:rPr lang="hu-HU" sz="2100">
                <a:latin typeface="Arial"/>
                <a:ea typeface="+mn-lt"/>
                <a:cs typeface="+mn-lt"/>
              </a:rPr>
              <a:t>* </a:t>
            </a:r>
            <a:r>
              <a:rPr lang="hu-HU" sz="2100" err="1">
                <a:latin typeface="Arial"/>
                <a:ea typeface="+mn-lt"/>
                <a:cs typeface="+mn-lt"/>
              </a:rPr>
              <a:t>names</a:t>
            </a:r>
            <a:r>
              <a:rPr lang="hu-HU" sz="2100">
                <a:latin typeface="Arial"/>
                <a:ea typeface="+mn-lt"/>
                <a:cs typeface="+mn-lt"/>
              </a:rPr>
              <a:t>)</a:t>
            </a:r>
            <a:endParaRPr lang="hu-HU" sz="2100">
              <a:latin typeface="Arial"/>
              <a:cs typeface="Arial"/>
            </a:endParaRPr>
          </a:p>
          <a:p>
            <a:r>
              <a:rPr lang="hu-HU" sz="2100" err="1">
                <a:latin typeface="Arial"/>
                <a:ea typeface="+mn-lt"/>
                <a:cs typeface="+mn-lt"/>
              </a:rPr>
              <a:t>Can</a:t>
            </a:r>
            <a:r>
              <a:rPr lang="hu-HU" sz="2100">
                <a:latin typeface="Arial"/>
                <a:ea typeface="+mn-lt"/>
                <a:cs typeface="+mn-lt"/>
              </a:rPr>
              <a:t> </a:t>
            </a:r>
            <a:r>
              <a:rPr lang="hu-HU" sz="2100" err="1">
                <a:latin typeface="Arial"/>
                <a:ea typeface="+mn-lt"/>
                <a:cs typeface="+mn-lt"/>
              </a:rPr>
              <a:t>run</a:t>
            </a:r>
            <a:r>
              <a:rPr lang="hu-HU" sz="2100">
                <a:latin typeface="Arial"/>
                <a:ea typeface="+mn-lt"/>
                <a:cs typeface="+mn-lt"/>
              </a:rPr>
              <a:t> unittest (</a:t>
            </a:r>
            <a:r>
              <a:rPr lang="hu-HU" sz="2100" err="1">
                <a:latin typeface="Arial"/>
                <a:ea typeface="+mn-lt"/>
                <a:cs typeface="+mn-lt"/>
              </a:rPr>
              <a:t>including</a:t>
            </a:r>
            <a:r>
              <a:rPr lang="hu-HU" sz="2100">
                <a:latin typeface="Arial"/>
                <a:ea typeface="+mn-lt"/>
                <a:cs typeface="+mn-lt"/>
              </a:rPr>
              <a:t> </a:t>
            </a:r>
            <a:r>
              <a:rPr lang="hu-HU" sz="2100" err="1">
                <a:latin typeface="Arial"/>
                <a:ea typeface="+mn-lt"/>
                <a:cs typeface="+mn-lt"/>
              </a:rPr>
              <a:t>trial</a:t>
            </a:r>
            <a:r>
              <a:rPr lang="hu-HU" sz="2100">
                <a:latin typeface="Arial"/>
                <a:ea typeface="+mn-lt"/>
                <a:cs typeface="+mn-lt"/>
              </a:rPr>
              <a:t>) test </a:t>
            </a:r>
            <a:r>
              <a:rPr lang="hu-HU" sz="2100" err="1">
                <a:latin typeface="Arial"/>
                <a:ea typeface="+mn-lt"/>
                <a:cs typeface="+mn-lt"/>
              </a:rPr>
              <a:t>suites</a:t>
            </a:r>
            <a:r>
              <a:rPr lang="hu-HU" sz="2100">
                <a:latin typeface="Arial"/>
                <a:ea typeface="+mn-lt"/>
                <a:cs typeface="+mn-lt"/>
              </a:rPr>
              <a:t> out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box</a:t>
            </a:r>
            <a:endParaRPr lang="hu-HU" sz="2100" err="1">
              <a:latin typeface="Arial"/>
            </a:endParaRPr>
          </a:p>
        </p:txBody>
      </p:sp>
      <p:pic>
        <p:nvPicPr>
          <p:cNvPr id="4" name="Kép 3" descr="A képen szöveg, képernyőkép, szoftver, Multimédiás szoftver látható&#10;&#10;Automatikusan generált leírás">
            <a:extLst>
              <a:ext uri="{FF2B5EF4-FFF2-40B4-BE49-F238E27FC236}">
                <a16:creationId xmlns:a16="http://schemas.microsoft.com/office/drawing/2014/main" id="{4D4F3FFC-ADEB-14C5-B8E1-69877EA8330E}"/>
              </a:ext>
            </a:extLst>
          </p:cNvPr>
          <p:cNvPicPr>
            <a:picLocks noChangeAspect="1"/>
          </p:cNvPicPr>
          <p:nvPr/>
        </p:nvPicPr>
        <p:blipFill>
          <a:blip r:embed="rId3"/>
          <a:stretch>
            <a:fillRect/>
          </a:stretch>
        </p:blipFill>
        <p:spPr>
          <a:xfrm>
            <a:off x="4698759" y="179917"/>
            <a:ext cx="7239482" cy="6498167"/>
          </a:xfrm>
          <a:prstGeom prst="rect">
            <a:avLst/>
          </a:prstGeom>
        </p:spPr>
      </p:pic>
    </p:spTree>
    <p:extLst>
      <p:ext uri="{BB962C8B-B14F-4D97-AF65-F5344CB8AC3E}">
        <p14:creationId xmlns:p14="http://schemas.microsoft.com/office/powerpoint/2010/main" val="200519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6C1AE021-7AAD-6BED-A662-3294B6CBC394}"/>
              </a:ext>
            </a:extLst>
          </p:cNvPr>
          <p:cNvSpPr>
            <a:spLocks noGrp="1"/>
          </p:cNvSpPr>
          <p:nvPr>
            <p:ph idx="1"/>
          </p:nvPr>
        </p:nvSpPr>
        <p:spPr>
          <a:xfrm>
            <a:off x="330200" y="195792"/>
            <a:ext cx="5763684" cy="6880754"/>
          </a:xfrm>
        </p:spPr>
        <p:txBody>
          <a:bodyPr vert="horz" lIns="91440" tIns="45720" rIns="91440" bIns="45720" rtlCol="0" anchor="t">
            <a:normAutofit lnSpcReduction="10000"/>
          </a:bodyPr>
          <a:lstStyle/>
          <a:p>
            <a:r>
              <a:rPr lang="hu-HU" err="1">
                <a:solidFill>
                  <a:schemeClr val="accent1"/>
                </a:solidFill>
              </a:rPr>
              <a:t>Doctest</a:t>
            </a:r>
            <a:endParaRPr lang="hu-HU">
              <a:solidFill>
                <a:schemeClr val="accent1"/>
              </a:solidFill>
            </a:endParaRPr>
          </a:p>
          <a:p>
            <a:r>
              <a:rPr lang="hu-HU" sz="2100" err="1">
                <a:latin typeface="Arial"/>
                <a:ea typeface="+mn-lt"/>
                <a:cs typeface="+mn-lt"/>
              </a:rPr>
              <a:t>the</a:t>
            </a:r>
            <a:r>
              <a:rPr lang="hu-HU" sz="2100">
                <a:latin typeface="Arial"/>
                <a:ea typeface="+mn-lt"/>
                <a:cs typeface="+mn-lt"/>
              </a:rPr>
              <a:t> </a:t>
            </a:r>
            <a:r>
              <a:rPr lang="hu-HU" sz="2100">
                <a:latin typeface="Arial"/>
                <a:ea typeface="+mn-lt"/>
                <a:cs typeface="+mn-lt"/>
                <a:hlinkClick r:id="rId2"/>
              </a:rPr>
              <a:t>doctest</a:t>
            </a:r>
            <a:r>
              <a:rPr lang="hu-HU" sz="2100">
                <a:latin typeface="Arial"/>
                <a:ea typeface="+mn-lt"/>
                <a:cs typeface="+mn-lt"/>
              </a:rPr>
              <a:t> </a:t>
            </a:r>
            <a:r>
              <a:rPr lang="hu-HU" sz="2100" err="1">
                <a:latin typeface="Arial"/>
                <a:ea typeface="+mn-lt"/>
                <a:cs typeface="+mn-lt"/>
              </a:rPr>
              <a:t>module</a:t>
            </a:r>
            <a:r>
              <a:rPr lang="hu-HU" sz="2100">
                <a:latin typeface="Arial"/>
                <a:ea typeface="+mn-lt"/>
                <a:cs typeface="+mn-lt"/>
              </a:rPr>
              <a:t> in Python </a:t>
            </a:r>
            <a:r>
              <a:rPr lang="hu-HU" sz="2100" err="1">
                <a:latin typeface="Arial"/>
                <a:ea typeface="+mn-lt"/>
                <a:cs typeface="+mn-lt"/>
              </a:rPr>
              <a:t>allows</a:t>
            </a:r>
            <a:r>
              <a:rPr lang="hu-HU" sz="2100">
                <a:latin typeface="Arial"/>
                <a:ea typeface="+mn-lt"/>
                <a:cs typeface="+mn-lt"/>
              </a:rPr>
              <a:t> </a:t>
            </a:r>
            <a:r>
              <a:rPr lang="hu-HU" sz="2100" err="1">
                <a:latin typeface="Arial"/>
                <a:ea typeface="+mn-lt"/>
                <a:cs typeface="+mn-lt"/>
              </a:rPr>
              <a:t>you</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write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part of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docstrings</a:t>
            </a:r>
            <a:r>
              <a:rPr lang="hu-HU" sz="2100">
                <a:latin typeface="Arial"/>
                <a:ea typeface="+mn-lt"/>
                <a:cs typeface="+mn-lt"/>
              </a:rPr>
              <a:t> (</a:t>
            </a:r>
            <a:r>
              <a:rPr lang="hu-HU" sz="2100" err="1">
                <a:latin typeface="Arial"/>
                <a:ea typeface="+mn-lt"/>
                <a:cs typeface="+mn-lt"/>
              </a:rPr>
              <a:t>documentation</a:t>
            </a:r>
            <a:r>
              <a:rPr lang="hu-HU" sz="2100">
                <a:latin typeface="Arial"/>
                <a:ea typeface="+mn-lt"/>
                <a:cs typeface="+mn-lt"/>
              </a:rPr>
              <a:t> </a:t>
            </a:r>
            <a:r>
              <a:rPr lang="hu-HU" sz="2100" err="1">
                <a:latin typeface="Arial"/>
                <a:ea typeface="+mn-lt"/>
                <a:cs typeface="+mn-lt"/>
              </a:rPr>
              <a:t>strings</a:t>
            </a:r>
            <a:r>
              <a:rPr lang="hu-HU" sz="2100">
                <a:latin typeface="Arial"/>
                <a:ea typeface="+mn-lt"/>
                <a:cs typeface="+mn-lt"/>
              </a:rPr>
              <a:t>). </a:t>
            </a:r>
            <a:r>
              <a:rPr lang="hu-HU" sz="2100" err="1">
                <a:latin typeface="Arial"/>
                <a:ea typeface="+mn-lt"/>
                <a:cs typeface="+mn-lt"/>
              </a:rPr>
              <a:t>This</a:t>
            </a:r>
            <a:r>
              <a:rPr lang="hu-HU" sz="2100">
                <a:latin typeface="Arial"/>
                <a:ea typeface="+mn-lt"/>
                <a:cs typeface="+mn-lt"/>
              </a:rPr>
              <a:t> </a:t>
            </a:r>
            <a:r>
              <a:rPr lang="hu-HU" sz="2100" err="1">
                <a:latin typeface="Arial"/>
                <a:ea typeface="+mn-lt"/>
                <a:cs typeface="+mn-lt"/>
              </a:rPr>
              <a:t>can</a:t>
            </a:r>
            <a:r>
              <a:rPr lang="hu-HU" sz="2100">
                <a:latin typeface="Arial"/>
                <a:ea typeface="+mn-lt"/>
                <a:cs typeface="+mn-lt"/>
              </a:rPr>
              <a:t> be </a:t>
            </a:r>
            <a:r>
              <a:rPr lang="hu-HU" sz="2100" err="1">
                <a:latin typeface="Arial"/>
                <a:ea typeface="+mn-lt"/>
                <a:cs typeface="+mn-lt"/>
              </a:rPr>
              <a:t>useful</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testing </a:t>
            </a:r>
            <a:r>
              <a:rPr lang="hu-HU" sz="2100" err="1">
                <a:latin typeface="Arial"/>
                <a:ea typeface="+mn-lt"/>
                <a:cs typeface="+mn-lt"/>
              </a:rPr>
              <a:t>small</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snippets</a:t>
            </a:r>
            <a:r>
              <a:rPr lang="hu-HU" sz="2100">
                <a:latin typeface="Arial"/>
                <a:ea typeface="+mn-lt"/>
                <a:cs typeface="+mn-lt"/>
              </a:rPr>
              <a:t> . </a:t>
            </a:r>
            <a:r>
              <a:rPr lang="hu-HU" sz="2100" err="1">
                <a:latin typeface="Arial"/>
                <a:ea typeface="+mn-lt"/>
                <a:cs typeface="+mn-lt"/>
              </a:rPr>
              <a:t>There</a:t>
            </a:r>
            <a:r>
              <a:rPr lang="hu-HU" sz="2100">
                <a:latin typeface="Arial"/>
                <a:ea typeface="+mn-lt"/>
                <a:cs typeface="+mn-lt"/>
              </a:rPr>
              <a:t> </a:t>
            </a:r>
            <a:r>
              <a:rPr lang="hu-HU" sz="2100" err="1">
                <a:latin typeface="Arial"/>
                <a:ea typeface="+mn-lt"/>
                <a:cs typeface="+mn-lt"/>
              </a:rPr>
              <a:t>are</a:t>
            </a:r>
            <a:r>
              <a:rPr lang="hu-HU" sz="2100">
                <a:latin typeface="Arial"/>
                <a:ea typeface="+mn-lt"/>
                <a:cs typeface="+mn-lt"/>
              </a:rPr>
              <a:t> </a:t>
            </a:r>
            <a:r>
              <a:rPr lang="hu-HU" sz="2100" err="1">
                <a:latin typeface="Arial"/>
                <a:ea typeface="+mn-lt"/>
                <a:cs typeface="+mn-lt"/>
              </a:rPr>
              <a:t>several</a:t>
            </a:r>
            <a:r>
              <a:rPr lang="hu-HU" sz="2100">
                <a:latin typeface="Arial"/>
                <a:ea typeface="+mn-lt"/>
                <a:cs typeface="+mn-lt"/>
              </a:rPr>
              <a:t> </a:t>
            </a:r>
            <a:r>
              <a:rPr lang="hu-HU" sz="2100" err="1">
                <a:latin typeface="Arial"/>
                <a:ea typeface="+mn-lt"/>
                <a:cs typeface="+mn-lt"/>
              </a:rPr>
              <a:t>common</a:t>
            </a:r>
            <a:r>
              <a:rPr lang="hu-HU" sz="2100">
                <a:latin typeface="Arial"/>
                <a:ea typeface="+mn-lt"/>
                <a:cs typeface="+mn-lt"/>
              </a:rPr>
              <a:t> </a:t>
            </a:r>
            <a:r>
              <a:rPr lang="hu-HU" sz="2100" err="1">
                <a:latin typeface="Arial"/>
                <a:ea typeface="+mn-lt"/>
                <a:cs typeface="+mn-lt"/>
              </a:rPr>
              <a:t>ways</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use</a:t>
            </a:r>
            <a:r>
              <a:rPr lang="hu-HU" sz="2100">
                <a:latin typeface="Arial"/>
                <a:ea typeface="+mn-lt"/>
                <a:cs typeface="+mn-lt"/>
              </a:rPr>
              <a:t> </a:t>
            </a:r>
            <a:r>
              <a:rPr lang="hu-HU" sz="2100" err="1">
                <a:latin typeface="Arial"/>
                <a:ea typeface="+mn-lt"/>
                <a:cs typeface="+mn-lt"/>
              </a:rPr>
              <a:t>doctest</a:t>
            </a:r>
            <a:r>
              <a:rPr lang="hu-HU" sz="2100">
                <a:latin typeface="Arial"/>
                <a:ea typeface="+mn-lt"/>
                <a:cs typeface="+mn-lt"/>
              </a:rPr>
              <a:t>:</a:t>
            </a:r>
            <a:endParaRPr lang="hu-HU" sz="2100">
              <a:latin typeface="Arial"/>
              <a:ea typeface="+mn-lt"/>
              <a:cs typeface="Arial"/>
            </a:endParaRPr>
          </a:p>
          <a:p>
            <a:endParaRPr lang="hu-HU" sz="2100">
              <a:latin typeface="Arial"/>
              <a:ea typeface="+mn-lt"/>
              <a:cs typeface="+mn-lt"/>
            </a:endParaRPr>
          </a:p>
          <a:p>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check</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 </a:t>
            </a:r>
            <a:r>
              <a:rPr lang="hu-HU" sz="2100" err="1">
                <a:latin typeface="Arial"/>
                <a:ea typeface="+mn-lt"/>
                <a:cs typeface="+mn-lt"/>
              </a:rPr>
              <a:t>module’s</a:t>
            </a:r>
            <a:r>
              <a:rPr lang="hu-HU" sz="2100">
                <a:latin typeface="Arial"/>
                <a:ea typeface="+mn-lt"/>
                <a:cs typeface="+mn-lt"/>
              </a:rPr>
              <a:t> </a:t>
            </a:r>
            <a:r>
              <a:rPr lang="hu-HU" sz="2100" err="1">
                <a:latin typeface="Arial"/>
                <a:ea typeface="+mn-lt"/>
                <a:cs typeface="+mn-lt"/>
              </a:rPr>
              <a:t>docstrings</a:t>
            </a:r>
            <a:r>
              <a:rPr lang="hu-HU" sz="2100">
                <a:latin typeface="Arial"/>
                <a:ea typeface="+mn-lt"/>
                <a:cs typeface="+mn-lt"/>
              </a:rPr>
              <a:t> </a:t>
            </a:r>
            <a:r>
              <a:rPr lang="hu-HU" sz="2100" err="1">
                <a:latin typeface="Arial"/>
                <a:ea typeface="+mn-lt"/>
                <a:cs typeface="+mn-lt"/>
              </a:rPr>
              <a:t>are</a:t>
            </a:r>
            <a:r>
              <a:rPr lang="hu-HU" sz="2100">
                <a:latin typeface="Arial"/>
                <a:ea typeface="+mn-lt"/>
                <a:cs typeface="+mn-lt"/>
              </a:rPr>
              <a:t> </a:t>
            </a:r>
            <a:r>
              <a:rPr lang="hu-HU" sz="2100" err="1">
                <a:latin typeface="Arial"/>
                <a:ea typeface="+mn-lt"/>
                <a:cs typeface="+mn-lt"/>
              </a:rPr>
              <a:t>up-to-date</a:t>
            </a:r>
            <a:r>
              <a:rPr lang="hu-HU" sz="2100">
                <a:latin typeface="Arial"/>
                <a:ea typeface="+mn-lt"/>
                <a:cs typeface="+mn-lt"/>
              </a:rPr>
              <a:t> </a:t>
            </a:r>
            <a:r>
              <a:rPr lang="hu-HU" sz="2100" err="1">
                <a:latin typeface="Arial"/>
                <a:ea typeface="+mn-lt"/>
                <a:cs typeface="+mn-lt"/>
              </a:rPr>
              <a:t>by</a:t>
            </a:r>
            <a:r>
              <a:rPr lang="hu-HU" sz="2100">
                <a:latin typeface="Arial"/>
                <a:ea typeface="+mn-lt"/>
                <a:cs typeface="+mn-lt"/>
              </a:rPr>
              <a:t> </a:t>
            </a:r>
            <a:r>
              <a:rPr lang="hu-HU" sz="2100" err="1">
                <a:latin typeface="Arial"/>
                <a:ea typeface="+mn-lt"/>
                <a:cs typeface="+mn-lt"/>
              </a:rPr>
              <a:t>verifying</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all</a:t>
            </a:r>
            <a:r>
              <a:rPr lang="hu-HU" sz="2100">
                <a:latin typeface="Arial"/>
                <a:ea typeface="+mn-lt"/>
                <a:cs typeface="+mn-lt"/>
              </a:rPr>
              <a:t> </a:t>
            </a:r>
            <a:r>
              <a:rPr lang="hu-HU" sz="2100" err="1">
                <a:latin typeface="Arial"/>
                <a:ea typeface="+mn-lt"/>
                <a:cs typeface="+mn-lt"/>
              </a:rPr>
              <a:t>interactive</a:t>
            </a:r>
            <a:r>
              <a:rPr lang="hu-HU" sz="2100">
                <a:latin typeface="Arial"/>
                <a:ea typeface="+mn-lt"/>
                <a:cs typeface="+mn-lt"/>
              </a:rPr>
              <a:t> </a:t>
            </a:r>
            <a:r>
              <a:rPr lang="hu-HU" sz="2100" err="1">
                <a:latin typeface="Arial"/>
                <a:ea typeface="+mn-lt"/>
                <a:cs typeface="+mn-lt"/>
              </a:rPr>
              <a:t>examples</a:t>
            </a:r>
            <a:r>
              <a:rPr lang="hu-HU" sz="2100">
                <a:latin typeface="Arial"/>
                <a:ea typeface="+mn-lt"/>
                <a:cs typeface="+mn-lt"/>
              </a:rPr>
              <a:t> </a:t>
            </a:r>
            <a:r>
              <a:rPr lang="hu-HU" sz="2100" err="1">
                <a:latin typeface="Arial"/>
                <a:ea typeface="+mn-lt"/>
                <a:cs typeface="+mn-lt"/>
              </a:rPr>
              <a:t>still</a:t>
            </a:r>
            <a:r>
              <a:rPr lang="hu-HU" sz="2100">
                <a:latin typeface="Arial"/>
                <a:ea typeface="+mn-lt"/>
                <a:cs typeface="+mn-lt"/>
              </a:rPr>
              <a:t> </a:t>
            </a:r>
            <a:r>
              <a:rPr lang="hu-HU" sz="2100" err="1">
                <a:latin typeface="Arial"/>
                <a:ea typeface="+mn-lt"/>
                <a:cs typeface="+mn-lt"/>
              </a:rPr>
              <a:t>work</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documented</a:t>
            </a:r>
            <a:r>
              <a:rPr lang="hu-HU" sz="2100">
                <a:latin typeface="Arial"/>
                <a:ea typeface="+mn-lt"/>
                <a:cs typeface="+mn-lt"/>
              </a:rPr>
              <a:t>.</a:t>
            </a:r>
            <a:endParaRPr lang="hu-HU" sz="2100">
              <a:latin typeface="Arial"/>
              <a:ea typeface="+mn-lt"/>
              <a:cs typeface="Arial"/>
            </a:endParaRPr>
          </a:p>
          <a:p>
            <a:endParaRPr lang="hu-HU" sz="2100">
              <a:latin typeface="Arial"/>
              <a:ea typeface="+mn-lt"/>
              <a:cs typeface="Arial"/>
            </a:endParaRPr>
          </a:p>
          <a:p>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perform</a:t>
            </a:r>
            <a:r>
              <a:rPr lang="hu-HU" sz="2100">
                <a:latin typeface="Arial"/>
                <a:ea typeface="+mn-lt"/>
                <a:cs typeface="+mn-lt"/>
              </a:rPr>
              <a:t> </a:t>
            </a:r>
            <a:r>
              <a:rPr lang="hu-HU" sz="2100" err="1">
                <a:latin typeface="Arial"/>
                <a:ea typeface="+mn-lt"/>
                <a:cs typeface="+mn-lt"/>
              </a:rPr>
              <a:t>regression</a:t>
            </a:r>
            <a:r>
              <a:rPr lang="hu-HU" sz="2100">
                <a:latin typeface="Arial"/>
                <a:ea typeface="+mn-lt"/>
                <a:cs typeface="+mn-lt"/>
              </a:rPr>
              <a:t> testing </a:t>
            </a:r>
            <a:r>
              <a:rPr lang="hu-HU" sz="2100" err="1">
                <a:latin typeface="Arial"/>
                <a:ea typeface="+mn-lt"/>
                <a:cs typeface="+mn-lt"/>
              </a:rPr>
              <a:t>by</a:t>
            </a:r>
            <a:r>
              <a:rPr lang="hu-HU" sz="2100">
                <a:latin typeface="Arial"/>
                <a:ea typeface="+mn-lt"/>
                <a:cs typeface="+mn-lt"/>
              </a:rPr>
              <a:t> </a:t>
            </a:r>
            <a:r>
              <a:rPr lang="hu-HU" sz="2100" err="1">
                <a:latin typeface="Arial"/>
                <a:ea typeface="+mn-lt"/>
                <a:cs typeface="+mn-lt"/>
              </a:rPr>
              <a:t>verifying</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interactive</a:t>
            </a:r>
            <a:r>
              <a:rPr lang="hu-HU" sz="2100">
                <a:latin typeface="Arial"/>
                <a:ea typeface="+mn-lt"/>
                <a:cs typeface="+mn-lt"/>
              </a:rPr>
              <a:t> </a:t>
            </a:r>
            <a:r>
              <a:rPr lang="hu-HU" sz="2100" err="1">
                <a:latin typeface="Arial"/>
                <a:ea typeface="+mn-lt"/>
                <a:cs typeface="+mn-lt"/>
              </a:rPr>
              <a:t>examples</a:t>
            </a:r>
            <a:r>
              <a:rPr lang="hu-HU" sz="2100">
                <a:latin typeface="Arial"/>
                <a:ea typeface="+mn-lt"/>
                <a:cs typeface="+mn-lt"/>
              </a:rPr>
              <a:t> </a:t>
            </a:r>
            <a:r>
              <a:rPr lang="hu-HU" sz="2100" err="1">
                <a:latin typeface="Arial"/>
                <a:ea typeface="+mn-lt"/>
                <a:cs typeface="+mn-lt"/>
              </a:rPr>
              <a:t>from</a:t>
            </a:r>
            <a:r>
              <a:rPr lang="hu-HU" sz="2100">
                <a:latin typeface="Arial"/>
                <a:ea typeface="+mn-lt"/>
                <a:cs typeface="+mn-lt"/>
              </a:rPr>
              <a:t> a test file </a:t>
            </a:r>
            <a:r>
              <a:rPr lang="hu-HU" sz="2100" err="1">
                <a:latin typeface="Arial"/>
                <a:ea typeface="+mn-lt"/>
                <a:cs typeface="+mn-lt"/>
              </a:rPr>
              <a:t>or</a:t>
            </a:r>
            <a:r>
              <a:rPr lang="hu-HU" sz="2100">
                <a:latin typeface="Arial"/>
                <a:ea typeface="+mn-lt"/>
                <a:cs typeface="+mn-lt"/>
              </a:rPr>
              <a:t> a test </a:t>
            </a:r>
            <a:r>
              <a:rPr lang="hu-HU" sz="2100" err="1">
                <a:latin typeface="Arial"/>
                <a:ea typeface="+mn-lt"/>
                <a:cs typeface="+mn-lt"/>
              </a:rPr>
              <a:t>object</a:t>
            </a:r>
            <a:r>
              <a:rPr lang="hu-HU" sz="2100">
                <a:latin typeface="Arial"/>
                <a:ea typeface="+mn-lt"/>
                <a:cs typeface="+mn-lt"/>
              </a:rPr>
              <a:t> </a:t>
            </a:r>
            <a:r>
              <a:rPr lang="hu-HU" sz="2100" err="1">
                <a:latin typeface="Arial"/>
                <a:ea typeface="+mn-lt"/>
                <a:cs typeface="+mn-lt"/>
              </a:rPr>
              <a:t>work</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expected</a:t>
            </a:r>
            <a:r>
              <a:rPr lang="hu-HU" sz="2100">
                <a:latin typeface="Arial"/>
                <a:ea typeface="+mn-lt"/>
                <a:cs typeface="+mn-lt"/>
              </a:rPr>
              <a:t>.</a:t>
            </a:r>
            <a:endParaRPr lang="hu-HU" sz="2100">
              <a:latin typeface="Arial"/>
              <a:ea typeface="+mn-lt"/>
              <a:cs typeface="Arial"/>
            </a:endParaRPr>
          </a:p>
          <a:p>
            <a:endParaRPr lang="hu-HU" sz="2100">
              <a:latin typeface="Arial"/>
              <a:ea typeface="+mn-lt"/>
              <a:cs typeface="Arial"/>
            </a:endParaRPr>
          </a:p>
          <a:p>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write</a:t>
            </a:r>
            <a:r>
              <a:rPr lang="hu-HU" sz="2100">
                <a:latin typeface="Arial"/>
                <a:ea typeface="+mn-lt"/>
                <a:cs typeface="+mn-lt"/>
              </a:rPr>
              <a:t> </a:t>
            </a:r>
            <a:r>
              <a:rPr lang="hu-HU" sz="2100" err="1">
                <a:latin typeface="Arial"/>
                <a:ea typeface="+mn-lt"/>
                <a:cs typeface="+mn-lt"/>
              </a:rPr>
              <a:t>tutorial</a:t>
            </a:r>
            <a:r>
              <a:rPr lang="hu-HU" sz="2100">
                <a:latin typeface="Arial"/>
                <a:ea typeface="+mn-lt"/>
                <a:cs typeface="+mn-lt"/>
              </a:rPr>
              <a:t> </a:t>
            </a:r>
            <a:r>
              <a:rPr lang="hu-HU" sz="2100" err="1">
                <a:latin typeface="Arial"/>
                <a:ea typeface="+mn-lt"/>
                <a:cs typeface="+mn-lt"/>
              </a:rPr>
              <a:t>documentation</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 </a:t>
            </a:r>
            <a:r>
              <a:rPr lang="hu-HU" sz="2100" err="1">
                <a:latin typeface="Arial"/>
                <a:ea typeface="+mn-lt"/>
                <a:cs typeface="+mn-lt"/>
              </a:rPr>
              <a:t>package</a:t>
            </a:r>
            <a:r>
              <a:rPr lang="hu-HU" sz="2100">
                <a:latin typeface="Arial"/>
                <a:ea typeface="+mn-lt"/>
                <a:cs typeface="+mn-lt"/>
              </a:rPr>
              <a:t>, </a:t>
            </a:r>
            <a:r>
              <a:rPr lang="hu-HU" sz="2100" err="1">
                <a:latin typeface="Arial"/>
                <a:ea typeface="+mn-lt"/>
                <a:cs typeface="+mn-lt"/>
              </a:rPr>
              <a:t>liberally</a:t>
            </a:r>
            <a:r>
              <a:rPr lang="hu-HU" sz="2100">
                <a:latin typeface="Arial"/>
                <a:ea typeface="+mn-lt"/>
                <a:cs typeface="+mn-lt"/>
              </a:rPr>
              <a:t> </a:t>
            </a:r>
            <a:r>
              <a:rPr lang="hu-HU" sz="2100" err="1">
                <a:latin typeface="Arial"/>
                <a:ea typeface="+mn-lt"/>
                <a:cs typeface="+mn-lt"/>
              </a:rPr>
              <a:t>illustrated</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input-output </a:t>
            </a:r>
            <a:r>
              <a:rPr lang="hu-HU" sz="2100" err="1">
                <a:latin typeface="Arial"/>
                <a:ea typeface="+mn-lt"/>
                <a:cs typeface="+mn-lt"/>
              </a:rPr>
              <a:t>examples</a:t>
            </a:r>
            <a:r>
              <a:rPr lang="hu-HU" sz="2100">
                <a:latin typeface="Arial"/>
                <a:ea typeface="+mn-lt"/>
                <a:cs typeface="+mn-lt"/>
              </a:rPr>
              <a:t>. </a:t>
            </a:r>
            <a:r>
              <a:rPr lang="hu-HU" sz="2100" err="1">
                <a:latin typeface="Arial"/>
                <a:ea typeface="+mn-lt"/>
                <a:cs typeface="+mn-lt"/>
              </a:rPr>
              <a:t>Depending</a:t>
            </a:r>
            <a:r>
              <a:rPr lang="hu-HU" sz="2100">
                <a:latin typeface="Arial"/>
                <a:ea typeface="+mn-lt"/>
                <a:cs typeface="+mn-lt"/>
              </a:rPr>
              <a:t> </a:t>
            </a:r>
            <a:r>
              <a:rPr lang="hu-HU" sz="2100" err="1">
                <a:latin typeface="Arial"/>
                <a:ea typeface="+mn-lt"/>
                <a:cs typeface="+mn-lt"/>
              </a:rPr>
              <a:t>on</a:t>
            </a:r>
            <a:r>
              <a:rPr lang="hu-HU" sz="2100">
                <a:latin typeface="Arial"/>
                <a:ea typeface="+mn-lt"/>
                <a:cs typeface="+mn-lt"/>
              </a:rPr>
              <a:t> </a:t>
            </a:r>
            <a:r>
              <a:rPr lang="hu-HU" sz="2100" err="1">
                <a:latin typeface="Arial"/>
                <a:ea typeface="+mn-lt"/>
                <a:cs typeface="+mn-lt"/>
              </a:rPr>
              <a:t>whether</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examples</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expository</a:t>
            </a:r>
            <a:r>
              <a:rPr lang="hu-HU" sz="2100">
                <a:latin typeface="Arial"/>
                <a:ea typeface="+mn-lt"/>
                <a:cs typeface="+mn-lt"/>
              </a:rPr>
              <a:t> text </a:t>
            </a:r>
            <a:r>
              <a:rPr lang="hu-HU" sz="2100" err="1">
                <a:latin typeface="Arial"/>
                <a:ea typeface="+mn-lt"/>
                <a:cs typeface="+mn-lt"/>
              </a:rPr>
              <a:t>are</a:t>
            </a:r>
            <a:r>
              <a:rPr lang="hu-HU" sz="2100">
                <a:latin typeface="Arial"/>
                <a:ea typeface="+mn-lt"/>
                <a:cs typeface="+mn-lt"/>
              </a:rPr>
              <a:t> </a:t>
            </a:r>
            <a:r>
              <a:rPr lang="hu-HU" sz="2100" err="1">
                <a:latin typeface="Arial"/>
                <a:ea typeface="+mn-lt"/>
                <a:cs typeface="+mn-lt"/>
              </a:rPr>
              <a:t>emphasized</a:t>
            </a:r>
            <a:r>
              <a:rPr lang="hu-HU" sz="2100">
                <a:latin typeface="Arial"/>
                <a:ea typeface="+mn-lt"/>
                <a:cs typeface="+mn-lt"/>
              </a:rPr>
              <a:t>, </a:t>
            </a:r>
            <a:r>
              <a:rPr lang="hu-HU" sz="2100" err="1">
                <a:latin typeface="Arial"/>
                <a:ea typeface="+mn-lt"/>
                <a:cs typeface="+mn-lt"/>
              </a:rPr>
              <a:t>this</a:t>
            </a:r>
            <a:r>
              <a:rPr lang="hu-HU" sz="2100">
                <a:latin typeface="Arial"/>
                <a:ea typeface="+mn-lt"/>
                <a:cs typeface="+mn-lt"/>
              </a:rPr>
              <a:t> has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flavor</a:t>
            </a:r>
            <a:r>
              <a:rPr lang="hu-HU" sz="2100">
                <a:latin typeface="Arial"/>
                <a:ea typeface="+mn-lt"/>
                <a:cs typeface="+mn-lt"/>
              </a:rPr>
              <a:t> of “</a:t>
            </a:r>
            <a:r>
              <a:rPr lang="hu-HU" sz="2100" err="1">
                <a:latin typeface="Arial"/>
                <a:ea typeface="+mn-lt"/>
                <a:cs typeface="+mn-lt"/>
              </a:rPr>
              <a:t>literate</a:t>
            </a:r>
            <a:r>
              <a:rPr lang="hu-HU" sz="2100">
                <a:latin typeface="Arial"/>
                <a:ea typeface="+mn-lt"/>
                <a:cs typeface="+mn-lt"/>
              </a:rPr>
              <a:t> testing”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executable</a:t>
            </a:r>
            <a:r>
              <a:rPr lang="hu-HU" sz="2100">
                <a:latin typeface="Arial"/>
                <a:ea typeface="+mn-lt"/>
                <a:cs typeface="+mn-lt"/>
              </a:rPr>
              <a:t> </a:t>
            </a:r>
            <a:r>
              <a:rPr lang="hu-HU" sz="2100" err="1">
                <a:latin typeface="Arial"/>
                <a:ea typeface="+mn-lt"/>
                <a:cs typeface="+mn-lt"/>
              </a:rPr>
              <a:t>documentation</a:t>
            </a:r>
            <a:r>
              <a:rPr lang="hu-HU" sz="2100">
                <a:latin typeface="Arial"/>
                <a:ea typeface="+mn-lt"/>
                <a:cs typeface="+mn-lt"/>
              </a:rPr>
              <a:t>”.</a:t>
            </a:r>
            <a:endParaRPr lang="hu-HU" sz="2100">
              <a:latin typeface="Arial"/>
              <a:cs typeface="Arial"/>
            </a:endParaRPr>
          </a:p>
        </p:txBody>
      </p:sp>
      <p:pic>
        <p:nvPicPr>
          <p:cNvPr id="2" name="Kép 1" descr="A képen szöveg, képernyőkép, képernyő, szoftver látható&#10;&#10;Automatikusan generált leírás">
            <a:extLst>
              <a:ext uri="{FF2B5EF4-FFF2-40B4-BE49-F238E27FC236}">
                <a16:creationId xmlns:a16="http://schemas.microsoft.com/office/drawing/2014/main" id="{811EB6C3-140D-B0A7-2EAC-BC4880C79C9C}"/>
              </a:ext>
            </a:extLst>
          </p:cNvPr>
          <p:cNvPicPr>
            <a:picLocks noChangeAspect="1"/>
          </p:cNvPicPr>
          <p:nvPr/>
        </p:nvPicPr>
        <p:blipFill>
          <a:blip r:embed="rId3"/>
          <a:stretch>
            <a:fillRect/>
          </a:stretch>
        </p:blipFill>
        <p:spPr>
          <a:xfrm>
            <a:off x="6016038" y="487893"/>
            <a:ext cx="6171260" cy="5618808"/>
          </a:xfrm>
          <a:prstGeom prst="rect">
            <a:avLst/>
          </a:prstGeom>
        </p:spPr>
      </p:pic>
    </p:spTree>
    <p:extLst>
      <p:ext uri="{BB962C8B-B14F-4D97-AF65-F5344CB8AC3E}">
        <p14:creationId xmlns:p14="http://schemas.microsoft.com/office/powerpoint/2010/main" val="432135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E5CBD196-07AE-3233-DAF1-91B4BA2233CB}"/>
              </a:ext>
            </a:extLst>
          </p:cNvPr>
          <p:cNvSpPr>
            <a:spLocks noGrp="1"/>
          </p:cNvSpPr>
          <p:nvPr>
            <p:ph idx="1"/>
          </p:nvPr>
        </p:nvSpPr>
        <p:spPr>
          <a:xfrm>
            <a:off x="404283" y="238125"/>
            <a:ext cx="5689600" cy="6446837"/>
          </a:xfrm>
        </p:spPr>
        <p:txBody>
          <a:bodyPr vert="horz" lIns="91440" tIns="45720" rIns="91440" bIns="45720" rtlCol="0" anchor="t">
            <a:normAutofit/>
          </a:bodyPr>
          <a:lstStyle/>
          <a:p>
            <a:pPr marL="0" indent="0">
              <a:buNone/>
            </a:pPr>
            <a:r>
              <a:rPr lang="hu-HU" sz="3200" err="1">
                <a:solidFill>
                  <a:schemeClr val="accent1"/>
                </a:solidFill>
                <a:latin typeface="Arial"/>
                <a:cs typeface="Arial"/>
              </a:rPr>
              <a:t>Integration</a:t>
            </a:r>
            <a:r>
              <a:rPr lang="hu-HU" sz="3200">
                <a:solidFill>
                  <a:schemeClr val="accent1"/>
                </a:solidFill>
                <a:latin typeface="Arial"/>
                <a:cs typeface="Arial"/>
              </a:rPr>
              <a:t> Testing</a:t>
            </a:r>
          </a:p>
          <a:p>
            <a:r>
              <a:rPr lang="hu-HU" sz="2100">
                <a:latin typeface="Arial"/>
                <a:ea typeface="+mn-lt"/>
                <a:cs typeface="+mn-lt"/>
                <a:hlinkClick r:id="rId2"/>
              </a:rPr>
              <a:t>Integration testing</a:t>
            </a:r>
            <a:r>
              <a:rPr lang="hu-HU" sz="2100">
                <a:latin typeface="Arial"/>
                <a:ea typeface="+mn-lt"/>
                <a:cs typeface="+mn-lt"/>
              </a:rPr>
              <a:t> is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crucial</a:t>
            </a:r>
            <a:r>
              <a:rPr lang="hu-HU" sz="2100">
                <a:latin typeface="Arial"/>
                <a:ea typeface="+mn-lt"/>
                <a:cs typeface="+mn-lt"/>
              </a:rPr>
              <a:t> </a:t>
            </a:r>
            <a:r>
              <a:rPr lang="hu-HU" sz="2100" err="1">
                <a:latin typeface="Arial"/>
                <a:ea typeface="+mn-lt"/>
                <a:cs typeface="+mn-lt"/>
              </a:rPr>
              <a:t>second</a:t>
            </a:r>
            <a:r>
              <a:rPr lang="hu-HU" sz="2100">
                <a:latin typeface="Arial"/>
                <a:ea typeface="+mn-lt"/>
                <a:cs typeface="+mn-lt"/>
              </a:rPr>
              <a:t> </a:t>
            </a:r>
            <a:r>
              <a:rPr lang="hu-HU" sz="2100" err="1">
                <a:latin typeface="Arial"/>
                <a:ea typeface="+mn-lt"/>
                <a:cs typeface="+mn-lt"/>
              </a:rPr>
              <a:t>stage</a:t>
            </a:r>
            <a:r>
              <a:rPr lang="hu-HU" sz="2100">
                <a:latin typeface="Arial"/>
                <a:ea typeface="+mn-lt"/>
                <a:cs typeface="+mn-lt"/>
              </a:rPr>
              <a:t> of software testing, </a:t>
            </a:r>
            <a:r>
              <a:rPr lang="hu-HU" sz="2100" err="1">
                <a:latin typeface="Arial"/>
                <a:ea typeface="+mn-lt"/>
                <a:cs typeface="+mn-lt"/>
              </a:rPr>
              <a:t>assessing</a:t>
            </a:r>
            <a:r>
              <a:rPr lang="hu-HU" sz="2100">
                <a:latin typeface="Arial"/>
                <a:ea typeface="+mn-lt"/>
                <a:cs typeface="+mn-lt"/>
              </a:rPr>
              <a:t> </a:t>
            </a:r>
            <a:r>
              <a:rPr lang="hu-HU" sz="2100" err="1">
                <a:latin typeface="Arial"/>
                <a:ea typeface="+mn-lt"/>
                <a:cs typeface="+mn-lt"/>
              </a:rPr>
              <a:t>how</a:t>
            </a:r>
            <a:r>
              <a:rPr lang="hu-HU" sz="2100">
                <a:latin typeface="Arial"/>
                <a:ea typeface="+mn-lt"/>
                <a:cs typeface="+mn-lt"/>
              </a:rPr>
              <a:t> </a:t>
            </a:r>
            <a:r>
              <a:rPr lang="hu-HU" sz="2100" err="1">
                <a:latin typeface="Arial"/>
                <a:ea typeface="+mn-lt"/>
                <a:cs typeface="+mn-lt"/>
              </a:rPr>
              <a:t>individual</a:t>
            </a:r>
            <a:r>
              <a:rPr lang="hu-HU" sz="2100">
                <a:latin typeface="Arial"/>
                <a:ea typeface="+mn-lt"/>
                <a:cs typeface="+mn-lt"/>
              </a:rPr>
              <a:t> </a:t>
            </a:r>
            <a:r>
              <a:rPr lang="hu-HU" sz="2100" err="1">
                <a:latin typeface="Arial"/>
                <a:ea typeface="+mn-lt"/>
                <a:cs typeface="+mn-lt"/>
              </a:rPr>
              <a:t>components</a:t>
            </a:r>
            <a:r>
              <a:rPr lang="hu-HU" sz="2100">
                <a:latin typeface="Arial"/>
                <a:ea typeface="+mn-lt"/>
                <a:cs typeface="+mn-lt"/>
              </a:rPr>
              <a:t> </a:t>
            </a:r>
            <a:r>
              <a:rPr lang="hu-HU" sz="2100" err="1">
                <a:latin typeface="Arial"/>
                <a:ea typeface="+mn-lt"/>
                <a:cs typeface="+mn-lt"/>
              </a:rPr>
              <a:t>collaborate</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ensure</a:t>
            </a:r>
            <a:r>
              <a:rPr lang="hu-HU" sz="2100">
                <a:latin typeface="Arial"/>
                <a:ea typeface="+mn-lt"/>
                <a:cs typeface="+mn-lt"/>
              </a:rPr>
              <a:t> </a:t>
            </a:r>
            <a:r>
              <a:rPr lang="hu-HU" sz="2100" err="1">
                <a:latin typeface="Arial"/>
                <a:ea typeface="+mn-lt"/>
                <a:cs typeface="+mn-lt"/>
              </a:rPr>
              <a:t>proper</a:t>
            </a:r>
            <a:r>
              <a:rPr lang="hu-HU" sz="2100">
                <a:latin typeface="Arial"/>
                <a:ea typeface="+mn-lt"/>
                <a:cs typeface="+mn-lt"/>
              </a:rPr>
              <a:t> </a:t>
            </a:r>
            <a:r>
              <a:rPr lang="hu-HU" sz="2100" err="1">
                <a:latin typeface="Arial"/>
                <a:ea typeface="+mn-lt"/>
                <a:cs typeface="+mn-lt"/>
              </a:rPr>
              <a:t>functioning</a:t>
            </a:r>
            <a:r>
              <a:rPr lang="hu-HU" sz="2100">
                <a:latin typeface="Arial"/>
                <a:ea typeface="+mn-lt"/>
                <a:cs typeface="+mn-lt"/>
              </a:rPr>
              <a:t> and </a:t>
            </a:r>
            <a:r>
              <a:rPr lang="hu-HU" sz="2100" err="1">
                <a:latin typeface="Arial"/>
                <a:ea typeface="+mn-lt"/>
                <a:cs typeface="+mn-lt"/>
              </a:rPr>
              <a:t>identify</a:t>
            </a:r>
            <a:r>
              <a:rPr lang="hu-HU" sz="2100">
                <a:latin typeface="Arial"/>
                <a:ea typeface="+mn-lt"/>
                <a:cs typeface="+mn-lt"/>
              </a:rPr>
              <a:t> </a:t>
            </a:r>
            <a:r>
              <a:rPr lang="hu-HU" sz="2100" err="1">
                <a:latin typeface="Arial"/>
                <a:ea typeface="+mn-lt"/>
                <a:cs typeface="+mn-lt"/>
              </a:rPr>
              <a:t>defects</a:t>
            </a:r>
            <a:r>
              <a:rPr lang="hu-HU" sz="2100">
                <a:latin typeface="Arial"/>
                <a:ea typeface="+mn-lt"/>
                <a:cs typeface="+mn-lt"/>
              </a:rPr>
              <a:t> </a:t>
            </a:r>
            <a:r>
              <a:rPr lang="hu-HU" sz="2100" err="1">
                <a:latin typeface="Arial"/>
                <a:ea typeface="+mn-lt"/>
                <a:cs typeface="+mn-lt"/>
              </a:rPr>
              <a:t>within</a:t>
            </a:r>
            <a:r>
              <a:rPr lang="hu-HU" sz="2100">
                <a:latin typeface="Arial"/>
                <a:ea typeface="+mn-lt"/>
                <a:cs typeface="+mn-lt"/>
              </a:rPr>
              <a:t> a software project.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second</a:t>
            </a:r>
            <a:r>
              <a:rPr lang="hu-HU" sz="2100">
                <a:latin typeface="Arial"/>
                <a:ea typeface="+mn-lt"/>
                <a:cs typeface="+mn-lt"/>
              </a:rPr>
              <a:t> </a:t>
            </a:r>
            <a:r>
              <a:rPr lang="hu-HU" sz="2100" err="1">
                <a:latin typeface="Arial"/>
                <a:ea typeface="+mn-lt"/>
                <a:cs typeface="+mn-lt"/>
              </a:rPr>
              <a:t>level</a:t>
            </a:r>
            <a:r>
              <a:rPr lang="hu-HU" sz="2100">
                <a:latin typeface="Arial"/>
                <a:ea typeface="+mn-lt"/>
                <a:cs typeface="+mn-lt"/>
              </a:rPr>
              <a:t> of software testing, </a:t>
            </a:r>
            <a:r>
              <a:rPr lang="hu-HU" sz="2100" err="1">
                <a:latin typeface="Arial"/>
                <a:ea typeface="+mn-lt"/>
                <a:cs typeface="+mn-lt"/>
              </a:rPr>
              <a:t>integration</a:t>
            </a:r>
            <a:r>
              <a:rPr lang="hu-HU" sz="2100">
                <a:latin typeface="Arial"/>
                <a:ea typeface="+mn-lt"/>
                <a:cs typeface="+mn-lt"/>
              </a:rPr>
              <a:t> testing </a:t>
            </a:r>
            <a:r>
              <a:rPr lang="hu-HU" sz="2100" err="1">
                <a:latin typeface="Arial"/>
                <a:ea typeface="+mn-lt"/>
                <a:cs typeface="+mn-lt"/>
              </a:rPr>
              <a:t>ensures</a:t>
            </a:r>
            <a:r>
              <a:rPr lang="hu-HU" sz="2100">
                <a:latin typeface="Arial"/>
                <a:ea typeface="+mn-lt"/>
                <a:cs typeface="+mn-lt"/>
              </a:rPr>
              <a:t> </a:t>
            </a:r>
            <a:r>
              <a:rPr lang="hu-HU" sz="2100" err="1">
                <a:latin typeface="Arial"/>
                <a:ea typeface="+mn-lt"/>
                <a:cs typeface="+mn-lt"/>
              </a:rPr>
              <a:t>components</a:t>
            </a:r>
            <a:r>
              <a:rPr lang="hu-HU" sz="2100">
                <a:latin typeface="Arial"/>
                <a:ea typeface="+mn-lt"/>
                <a:cs typeface="+mn-lt"/>
              </a:rPr>
              <a:t> </a:t>
            </a:r>
            <a:r>
              <a:rPr lang="hu-HU" sz="2100" err="1">
                <a:latin typeface="Arial"/>
                <a:ea typeface="+mn-lt"/>
                <a:cs typeface="+mn-lt"/>
              </a:rPr>
              <a:t>harmonize</a:t>
            </a:r>
            <a:r>
              <a:rPr lang="hu-HU" sz="2100">
                <a:latin typeface="Arial"/>
                <a:ea typeface="+mn-lt"/>
                <a:cs typeface="+mn-lt"/>
              </a:rPr>
              <a:t> </a:t>
            </a:r>
            <a:r>
              <a:rPr lang="hu-HU" sz="2100" err="1">
                <a:latin typeface="Arial"/>
                <a:ea typeface="+mn-lt"/>
                <a:cs typeface="+mn-lt"/>
              </a:rPr>
              <a:t>flawlessly</a:t>
            </a:r>
            <a:r>
              <a:rPr lang="hu-HU" sz="2100">
                <a:latin typeface="Arial"/>
                <a:ea typeface="+mn-lt"/>
                <a:cs typeface="+mn-lt"/>
              </a:rPr>
              <a:t>.</a:t>
            </a:r>
          </a:p>
          <a:p>
            <a:r>
              <a:rPr lang="hu-HU" sz="2100" err="1">
                <a:latin typeface="Arial"/>
                <a:ea typeface="+mn-lt"/>
                <a:cs typeface="+mn-lt"/>
              </a:rPr>
              <a:t>Initially</a:t>
            </a:r>
            <a:r>
              <a:rPr lang="hu-HU" sz="2100">
                <a:latin typeface="Arial"/>
                <a:ea typeface="+mn-lt"/>
                <a:cs typeface="+mn-lt"/>
              </a:rPr>
              <a:t>, software testing </a:t>
            </a:r>
            <a:r>
              <a:rPr lang="hu-HU" sz="2100" err="1">
                <a:latin typeface="Arial"/>
                <a:ea typeface="+mn-lt"/>
                <a:cs typeface="+mn-lt"/>
              </a:rPr>
              <a:t>was</a:t>
            </a:r>
            <a:r>
              <a:rPr lang="hu-HU" sz="2100">
                <a:latin typeface="Arial"/>
                <a:ea typeface="+mn-lt"/>
                <a:cs typeface="+mn-lt"/>
              </a:rPr>
              <a:t> </a:t>
            </a:r>
            <a:r>
              <a:rPr lang="hu-HU" sz="2100" err="1">
                <a:latin typeface="Arial"/>
                <a:ea typeface="+mn-lt"/>
                <a:cs typeface="+mn-lt"/>
              </a:rPr>
              <a:t>not</a:t>
            </a:r>
            <a:r>
              <a:rPr lang="hu-HU" sz="2100">
                <a:latin typeface="Arial"/>
                <a:ea typeface="+mn-lt"/>
                <a:cs typeface="+mn-lt"/>
              </a:rPr>
              <a:t> </a:t>
            </a:r>
            <a:r>
              <a:rPr lang="hu-HU" sz="2100" err="1">
                <a:latin typeface="Arial"/>
                <a:ea typeface="+mn-lt"/>
                <a:cs typeface="+mn-lt"/>
              </a:rPr>
              <a:t>dependent</a:t>
            </a:r>
            <a:r>
              <a:rPr lang="hu-HU" sz="2100">
                <a:latin typeface="Arial"/>
                <a:ea typeface="+mn-lt"/>
                <a:cs typeface="+mn-lt"/>
              </a:rPr>
              <a:t> </a:t>
            </a:r>
            <a:r>
              <a:rPr lang="hu-HU" sz="2100" err="1">
                <a:latin typeface="Arial"/>
                <a:ea typeface="+mn-lt"/>
                <a:cs typeface="+mn-lt"/>
              </a:rPr>
              <a:t>on</a:t>
            </a:r>
            <a:r>
              <a:rPr lang="hu-HU" sz="2100">
                <a:latin typeface="Arial"/>
                <a:ea typeface="+mn-lt"/>
                <a:cs typeface="+mn-lt"/>
              </a:rPr>
              <a:t> </a:t>
            </a:r>
            <a:r>
              <a:rPr lang="hu-HU" sz="2100" err="1">
                <a:latin typeface="Arial"/>
                <a:ea typeface="+mn-lt"/>
                <a:cs typeface="+mn-lt"/>
              </a:rPr>
              <a:t>integration</a:t>
            </a:r>
            <a:r>
              <a:rPr lang="hu-HU" sz="2100">
                <a:latin typeface="Arial"/>
                <a:ea typeface="+mn-lt"/>
                <a:cs typeface="+mn-lt"/>
              </a:rPr>
              <a:t> testing, and </a:t>
            </a:r>
            <a:r>
              <a:rPr lang="hu-HU" sz="2100" err="1">
                <a:latin typeface="Arial"/>
                <a:ea typeface="+mn-lt"/>
                <a:cs typeface="+mn-lt"/>
              </a:rPr>
              <a:t>nobody</a:t>
            </a:r>
            <a:r>
              <a:rPr lang="hu-HU" sz="2100">
                <a:latin typeface="Arial"/>
                <a:ea typeface="+mn-lt"/>
                <a:cs typeface="+mn-lt"/>
              </a:rPr>
              <a:t> had </a:t>
            </a:r>
            <a:r>
              <a:rPr lang="hu-HU" sz="2100" err="1">
                <a:latin typeface="Arial"/>
                <a:ea typeface="+mn-lt"/>
                <a:cs typeface="+mn-lt"/>
              </a:rPr>
              <a:t>ever</a:t>
            </a:r>
            <a:r>
              <a:rPr lang="hu-HU" sz="2100">
                <a:latin typeface="Arial"/>
                <a:ea typeface="+mn-lt"/>
                <a:cs typeface="+mn-lt"/>
              </a:rPr>
              <a:t> </a:t>
            </a:r>
            <a:r>
              <a:rPr lang="hu-HU" sz="2100" err="1">
                <a:latin typeface="Arial"/>
                <a:ea typeface="+mn-lt"/>
                <a:cs typeface="+mn-lt"/>
              </a:rPr>
              <a:t>thought</a:t>
            </a:r>
            <a:r>
              <a:rPr lang="hu-HU" sz="2100">
                <a:latin typeface="Arial"/>
                <a:ea typeface="+mn-lt"/>
                <a:cs typeface="+mn-lt"/>
              </a:rPr>
              <a:t> </a:t>
            </a:r>
            <a:r>
              <a:rPr lang="hu-HU" sz="2100" err="1">
                <a:latin typeface="Arial"/>
                <a:ea typeface="+mn-lt"/>
                <a:cs typeface="+mn-lt"/>
              </a:rPr>
              <a:t>about</a:t>
            </a:r>
            <a:r>
              <a:rPr lang="hu-HU" sz="2100">
                <a:latin typeface="Arial"/>
                <a:ea typeface="+mn-lt"/>
                <a:cs typeface="+mn-lt"/>
              </a:rPr>
              <a:t> building an </a:t>
            </a:r>
            <a:r>
              <a:rPr lang="hu-HU" sz="2100" err="1">
                <a:latin typeface="Arial"/>
                <a:ea typeface="+mn-lt"/>
                <a:cs typeface="+mn-lt"/>
              </a:rPr>
              <a:t>advanced</a:t>
            </a:r>
            <a:r>
              <a:rPr lang="hu-HU" sz="2100">
                <a:latin typeface="Arial"/>
                <a:ea typeface="+mn-lt"/>
                <a:cs typeface="+mn-lt"/>
              </a:rPr>
              <a:t> testing </a:t>
            </a:r>
            <a:r>
              <a:rPr lang="hu-HU" sz="2100" err="1">
                <a:latin typeface="Arial"/>
                <a:ea typeface="+mn-lt"/>
                <a:cs typeface="+mn-lt"/>
              </a:rPr>
              <a:t>phase</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capability</a:t>
            </a:r>
            <a:r>
              <a:rPr lang="hu-HU" sz="2100">
                <a:latin typeface="Arial"/>
                <a:ea typeface="+mn-lt"/>
                <a:cs typeface="+mn-lt"/>
              </a:rPr>
              <a:t> of </a:t>
            </a:r>
            <a:r>
              <a:rPr lang="hu-HU" sz="2100" err="1">
                <a:latin typeface="Arial"/>
                <a:ea typeface="+mn-lt"/>
                <a:cs typeface="+mn-lt"/>
              </a:rPr>
              <a:t>finding</a:t>
            </a:r>
            <a:r>
              <a:rPr lang="hu-HU" sz="2100">
                <a:latin typeface="Arial"/>
                <a:ea typeface="+mn-lt"/>
                <a:cs typeface="+mn-lt"/>
              </a:rPr>
              <a:t> </a:t>
            </a:r>
            <a:r>
              <a:rPr lang="hu-HU" sz="2100" err="1">
                <a:latin typeface="Arial"/>
                <a:ea typeface="+mn-lt"/>
                <a:cs typeface="+mn-lt"/>
              </a:rPr>
              <a:t>issues</a:t>
            </a:r>
            <a:r>
              <a:rPr lang="hu-HU" sz="2100">
                <a:latin typeface="Arial"/>
                <a:ea typeface="+mn-lt"/>
                <a:cs typeface="+mn-lt"/>
              </a:rPr>
              <a:t> </a:t>
            </a:r>
            <a:r>
              <a:rPr lang="hu-HU" sz="2100" err="1">
                <a:latin typeface="Arial"/>
                <a:ea typeface="+mn-lt"/>
                <a:cs typeface="+mn-lt"/>
              </a:rPr>
              <a:t>during</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development</a:t>
            </a:r>
            <a:r>
              <a:rPr lang="hu-HU" sz="2100">
                <a:latin typeface="Arial"/>
                <a:ea typeface="+mn-lt"/>
                <a:cs typeface="+mn-lt"/>
              </a:rPr>
              <a:t> </a:t>
            </a:r>
            <a:r>
              <a:rPr lang="hu-HU" sz="2100" err="1">
                <a:latin typeface="Arial"/>
                <a:ea typeface="+mn-lt"/>
                <a:cs typeface="+mn-lt"/>
              </a:rPr>
              <a:t>process</a:t>
            </a:r>
            <a:r>
              <a:rPr lang="hu-HU" sz="2100">
                <a:latin typeface="Arial"/>
                <a:ea typeface="+mn-lt"/>
                <a:cs typeface="+mn-lt"/>
              </a:rPr>
              <a:t>. </a:t>
            </a:r>
            <a:r>
              <a:rPr lang="hu-HU" sz="2100" err="1">
                <a:latin typeface="Arial"/>
                <a:ea typeface="+mn-lt"/>
                <a:cs typeface="+mn-lt"/>
              </a:rPr>
              <a:t>But</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growing</a:t>
            </a:r>
            <a:r>
              <a:rPr lang="hu-HU" sz="2100">
                <a:latin typeface="Arial"/>
                <a:ea typeface="+mn-lt"/>
                <a:cs typeface="+mn-lt"/>
              </a:rPr>
              <a:t> </a:t>
            </a:r>
            <a:r>
              <a:rPr lang="hu-HU" sz="2100" err="1">
                <a:latin typeface="Arial"/>
                <a:ea typeface="+mn-lt"/>
                <a:cs typeface="+mn-lt"/>
              </a:rPr>
              <a:t>digital</a:t>
            </a:r>
            <a:r>
              <a:rPr lang="hu-HU" sz="2100">
                <a:latin typeface="Arial"/>
                <a:ea typeface="+mn-lt"/>
                <a:cs typeface="+mn-lt"/>
              </a:rPr>
              <a:t> </a:t>
            </a:r>
            <a:r>
              <a:rPr lang="hu-HU" sz="2100" err="1">
                <a:latin typeface="Arial"/>
                <a:ea typeface="+mn-lt"/>
                <a:cs typeface="+mn-lt"/>
              </a:rPr>
              <a:t>sphere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demand</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integration</a:t>
            </a:r>
            <a:r>
              <a:rPr lang="hu-HU" sz="2100">
                <a:latin typeface="Arial"/>
                <a:ea typeface="+mn-lt"/>
                <a:cs typeface="+mn-lt"/>
              </a:rPr>
              <a:t> testing has </a:t>
            </a:r>
            <a:r>
              <a:rPr lang="hu-HU" sz="2100" err="1">
                <a:latin typeface="Arial"/>
                <a:ea typeface="+mn-lt"/>
                <a:cs typeface="+mn-lt"/>
              </a:rPr>
              <a:t>increased</a:t>
            </a:r>
            <a:r>
              <a:rPr lang="hu-HU" sz="2100">
                <a:latin typeface="Arial"/>
                <a:ea typeface="+mn-lt"/>
                <a:cs typeface="+mn-lt"/>
              </a:rPr>
              <a:t>.</a:t>
            </a:r>
          </a:p>
          <a:p>
            <a:r>
              <a:rPr lang="hu-HU" sz="2100" b="1" err="1">
                <a:latin typeface="Arial"/>
                <a:ea typeface="+mn-lt"/>
                <a:cs typeface="+mn-lt"/>
              </a:rPr>
              <a:t>Selenium</a:t>
            </a:r>
            <a:r>
              <a:rPr lang="hu-HU" sz="2100">
                <a:latin typeface="Arial"/>
                <a:ea typeface="+mn-lt"/>
                <a:cs typeface="+mn-lt"/>
              </a:rPr>
              <a:t>: </a:t>
            </a:r>
            <a:r>
              <a:rPr lang="hu-HU" sz="2100" err="1">
                <a:latin typeface="Arial"/>
                <a:ea typeface="+mn-lt"/>
                <a:cs typeface="+mn-lt"/>
              </a:rPr>
              <a:t>Selenium</a:t>
            </a:r>
            <a:r>
              <a:rPr lang="hu-HU" sz="2100">
                <a:latin typeface="Arial"/>
                <a:ea typeface="+mn-lt"/>
                <a:cs typeface="+mn-lt"/>
              </a:rPr>
              <a:t> is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leading</a:t>
            </a:r>
            <a:r>
              <a:rPr lang="hu-HU" sz="2100">
                <a:latin typeface="Arial"/>
                <a:ea typeface="+mn-lt"/>
                <a:cs typeface="+mn-lt"/>
              </a:rPr>
              <a:t> </a:t>
            </a:r>
            <a:r>
              <a:rPr lang="hu-HU" sz="2100" err="1">
                <a:latin typeface="Arial"/>
                <a:ea typeface="+mn-lt"/>
                <a:cs typeface="+mn-lt"/>
              </a:rPr>
              <a:t>large-scale</a:t>
            </a:r>
            <a:r>
              <a:rPr lang="hu-HU" sz="2100">
                <a:latin typeface="Arial"/>
                <a:ea typeface="+mn-lt"/>
                <a:cs typeface="+mn-lt"/>
              </a:rPr>
              <a:t> </a:t>
            </a:r>
            <a:r>
              <a:rPr lang="hu-HU" sz="2100" err="1">
                <a:latin typeface="Arial"/>
                <a:ea typeface="+mn-lt"/>
                <a:cs typeface="+mn-lt"/>
              </a:rPr>
              <a:t>open-source</a:t>
            </a:r>
            <a:r>
              <a:rPr lang="hu-HU" sz="2100">
                <a:latin typeface="Arial"/>
                <a:ea typeface="+mn-lt"/>
                <a:cs typeface="+mn-lt"/>
              </a:rPr>
              <a:t> test </a:t>
            </a:r>
            <a:r>
              <a:rPr lang="hu-HU" sz="2100" err="1">
                <a:latin typeface="Arial"/>
                <a:ea typeface="+mn-lt"/>
                <a:cs typeface="+mn-lt"/>
              </a:rPr>
              <a:t>automation</a:t>
            </a:r>
            <a:r>
              <a:rPr lang="hu-HU" sz="2100">
                <a:latin typeface="Arial"/>
                <a:ea typeface="+mn-lt"/>
                <a:cs typeface="+mn-lt"/>
              </a:rPr>
              <a:t> </a:t>
            </a:r>
            <a:r>
              <a:rPr lang="hu-HU" sz="2100" err="1">
                <a:latin typeface="Arial"/>
                <a:ea typeface="+mn-lt"/>
                <a:cs typeface="+mn-lt"/>
              </a:rPr>
              <a:t>framework</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automate</a:t>
            </a:r>
            <a:r>
              <a:rPr lang="hu-HU" sz="2100">
                <a:latin typeface="Arial"/>
                <a:ea typeface="+mn-lt"/>
                <a:cs typeface="+mn-lt"/>
              </a:rPr>
              <a:t> </a:t>
            </a:r>
            <a:r>
              <a:rPr lang="hu-HU" sz="2100" err="1">
                <a:latin typeface="Arial"/>
                <a:ea typeface="+mn-lt"/>
                <a:cs typeface="+mn-lt"/>
              </a:rPr>
              <a:t>integration</a:t>
            </a:r>
            <a:r>
              <a:rPr lang="hu-HU" sz="2100">
                <a:latin typeface="Arial"/>
                <a:ea typeface="+mn-lt"/>
                <a:cs typeface="+mn-lt"/>
              </a:rPr>
              <a:t> test </a:t>
            </a:r>
            <a:r>
              <a:rPr lang="hu-HU" sz="2100" err="1">
                <a:latin typeface="Arial"/>
                <a:ea typeface="+mn-lt"/>
                <a:cs typeface="+mn-lt"/>
              </a:rPr>
              <a:t>suites</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web </a:t>
            </a:r>
            <a:r>
              <a:rPr lang="hu-HU" sz="2100" err="1">
                <a:latin typeface="Arial"/>
                <a:ea typeface="+mn-lt"/>
                <a:cs typeface="+mn-lt"/>
              </a:rPr>
              <a:t>applications.You</a:t>
            </a:r>
            <a:r>
              <a:rPr lang="hu-HU" sz="2100">
                <a:latin typeface="Arial"/>
                <a:ea typeface="+mn-lt"/>
                <a:cs typeface="+mn-lt"/>
              </a:rPr>
              <a:t> </a:t>
            </a:r>
            <a:r>
              <a:rPr lang="hu-HU" sz="2100" err="1">
                <a:latin typeface="Arial"/>
                <a:ea typeface="+mn-lt"/>
                <a:cs typeface="+mn-lt"/>
              </a:rPr>
              <a:t>can</a:t>
            </a:r>
            <a:r>
              <a:rPr lang="hu-HU" sz="2100">
                <a:latin typeface="Arial"/>
                <a:ea typeface="+mn-lt"/>
                <a:cs typeface="+mn-lt"/>
              </a:rPr>
              <a:t> </a:t>
            </a:r>
            <a:r>
              <a:rPr lang="hu-HU" sz="2100" err="1">
                <a:latin typeface="Arial"/>
                <a:ea typeface="+mn-lt"/>
                <a:cs typeface="+mn-lt"/>
              </a:rPr>
              <a:t>also</a:t>
            </a:r>
            <a:r>
              <a:rPr lang="hu-HU" sz="2100">
                <a:latin typeface="Arial"/>
                <a:ea typeface="+mn-lt"/>
                <a:cs typeface="+mn-lt"/>
              </a:rPr>
              <a:t> </a:t>
            </a:r>
            <a:r>
              <a:rPr lang="hu-HU" sz="2100" err="1">
                <a:latin typeface="Arial"/>
                <a:ea typeface="+mn-lt"/>
                <a:cs typeface="+mn-lt"/>
              </a:rPr>
              <a:t>use</a:t>
            </a:r>
            <a:r>
              <a:rPr lang="hu-HU" sz="2100">
                <a:latin typeface="Arial"/>
                <a:ea typeface="+mn-lt"/>
                <a:cs typeface="+mn-lt"/>
              </a:rPr>
              <a:t> unittest and </a:t>
            </a:r>
            <a:r>
              <a:rPr lang="hu-HU" sz="2100" err="1">
                <a:latin typeface="Arial"/>
                <a:ea typeface="+mn-lt"/>
                <a:cs typeface="+mn-lt"/>
              </a:rPr>
              <a:t>pytest</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this</a:t>
            </a:r>
            <a:r>
              <a:rPr lang="hu-HU" sz="2100">
                <a:latin typeface="Arial"/>
                <a:ea typeface="+mn-lt"/>
                <a:cs typeface="+mn-lt"/>
              </a:rPr>
              <a:t>.</a:t>
            </a:r>
            <a:endParaRPr lang="hu-HU" sz="2100">
              <a:latin typeface="Arial"/>
            </a:endParaRPr>
          </a:p>
        </p:txBody>
      </p:sp>
      <p:pic>
        <p:nvPicPr>
          <p:cNvPr id="4" name="Kép 3" descr="A képen szöveg, kézírás, Betűtípus, tinta látható&#10;&#10;Automatikusan generált leírás">
            <a:extLst>
              <a:ext uri="{FF2B5EF4-FFF2-40B4-BE49-F238E27FC236}">
                <a16:creationId xmlns:a16="http://schemas.microsoft.com/office/drawing/2014/main" id="{97ED0C10-B67D-B2C7-1075-2E1BEDEC5291}"/>
              </a:ext>
            </a:extLst>
          </p:cNvPr>
          <p:cNvPicPr>
            <a:picLocks noChangeAspect="1"/>
          </p:cNvPicPr>
          <p:nvPr/>
        </p:nvPicPr>
        <p:blipFill>
          <a:blip r:embed="rId3"/>
          <a:stretch>
            <a:fillRect/>
          </a:stretch>
        </p:blipFill>
        <p:spPr>
          <a:xfrm>
            <a:off x="6099174" y="79905"/>
            <a:ext cx="6163734" cy="6782858"/>
          </a:xfrm>
          <a:prstGeom prst="rect">
            <a:avLst/>
          </a:prstGeom>
        </p:spPr>
      </p:pic>
    </p:spTree>
    <p:extLst>
      <p:ext uri="{BB962C8B-B14F-4D97-AF65-F5344CB8AC3E}">
        <p14:creationId xmlns:p14="http://schemas.microsoft.com/office/powerpoint/2010/main" val="63964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4F6372CA-4395-A844-DD22-5FC6DB8499FD}"/>
              </a:ext>
            </a:extLst>
          </p:cNvPr>
          <p:cNvSpPr>
            <a:spLocks noGrp="1"/>
          </p:cNvSpPr>
          <p:nvPr>
            <p:ph idx="1"/>
          </p:nvPr>
        </p:nvSpPr>
        <p:spPr>
          <a:xfrm>
            <a:off x="207904" y="207552"/>
            <a:ext cx="4842933" cy="6430374"/>
          </a:xfrm>
        </p:spPr>
        <p:txBody>
          <a:bodyPr vert="horz" lIns="91440" tIns="45720" rIns="91440" bIns="45720" rtlCol="0" anchor="t">
            <a:normAutofit/>
          </a:bodyPr>
          <a:lstStyle/>
          <a:p>
            <a:pPr marL="0" indent="0">
              <a:buNone/>
            </a:pPr>
            <a:r>
              <a:rPr lang="hu-HU" sz="2100" err="1">
                <a:solidFill>
                  <a:schemeClr val="accent1"/>
                </a:solidFill>
                <a:latin typeface="Arial"/>
                <a:cs typeface="Arial"/>
              </a:rPr>
              <a:t>Example</a:t>
            </a:r>
            <a:r>
              <a:rPr lang="hu-HU" sz="2100">
                <a:solidFill>
                  <a:schemeClr val="accent1"/>
                </a:solidFill>
                <a:latin typeface="Arial"/>
                <a:cs typeface="Arial"/>
              </a:rPr>
              <a:t> of </a:t>
            </a:r>
            <a:r>
              <a:rPr lang="hu-HU" sz="2100" err="1">
                <a:solidFill>
                  <a:schemeClr val="accent1"/>
                </a:solidFill>
                <a:latin typeface="Arial"/>
                <a:cs typeface="Arial"/>
              </a:rPr>
              <a:t>Integration</a:t>
            </a:r>
            <a:r>
              <a:rPr lang="hu-HU" sz="2100">
                <a:solidFill>
                  <a:schemeClr val="accent1"/>
                </a:solidFill>
                <a:latin typeface="Arial"/>
                <a:cs typeface="Arial"/>
              </a:rPr>
              <a:t> Testing</a:t>
            </a:r>
          </a:p>
          <a:p>
            <a:pPr marL="0" indent="0">
              <a:buNone/>
            </a:pPr>
            <a:r>
              <a:rPr lang="hu-HU" sz="2100" err="1">
                <a:latin typeface="Arial"/>
                <a:ea typeface="+mn-lt"/>
                <a:cs typeface="Arial"/>
              </a:rPr>
              <a:t>Let's</a:t>
            </a:r>
            <a:r>
              <a:rPr lang="hu-HU" sz="2100">
                <a:latin typeface="Arial"/>
                <a:ea typeface="+mn-lt"/>
                <a:cs typeface="Arial"/>
              </a:rPr>
              <a:t> </a:t>
            </a:r>
            <a:r>
              <a:rPr lang="hu-HU" sz="2100" err="1">
                <a:latin typeface="Arial"/>
                <a:ea typeface="+mn-lt"/>
                <a:cs typeface="Arial"/>
              </a:rPr>
              <a:t>assume</a:t>
            </a:r>
            <a:r>
              <a:rPr lang="hu-HU" sz="2100">
                <a:latin typeface="Arial"/>
                <a:ea typeface="+mn-lt"/>
                <a:cs typeface="Arial"/>
              </a:rPr>
              <a:t> </a:t>
            </a:r>
            <a:r>
              <a:rPr lang="hu-HU" sz="2100" err="1">
                <a:latin typeface="Arial"/>
                <a:ea typeface="+mn-lt"/>
                <a:cs typeface="Arial"/>
              </a:rPr>
              <a:t>you</a:t>
            </a:r>
            <a:r>
              <a:rPr lang="hu-HU" sz="2100">
                <a:latin typeface="Arial"/>
                <a:ea typeface="+mn-lt"/>
                <a:cs typeface="Arial"/>
              </a:rPr>
              <a:t> </a:t>
            </a:r>
            <a:r>
              <a:rPr lang="hu-HU" sz="2100" err="1">
                <a:latin typeface="Arial"/>
                <a:ea typeface="+mn-lt"/>
                <a:cs typeface="Arial"/>
              </a:rPr>
              <a:t>have</a:t>
            </a:r>
            <a:r>
              <a:rPr lang="hu-HU" sz="2100">
                <a:latin typeface="Arial"/>
                <a:ea typeface="+mn-lt"/>
                <a:cs typeface="Arial"/>
              </a:rPr>
              <a:t> a web </a:t>
            </a:r>
            <a:r>
              <a:rPr lang="hu-HU" sz="2100" err="1">
                <a:latin typeface="Arial"/>
                <a:ea typeface="+mn-lt"/>
                <a:cs typeface="Arial"/>
              </a:rPr>
              <a:t>application</a:t>
            </a:r>
            <a:r>
              <a:rPr lang="hu-HU" sz="2100">
                <a:latin typeface="Arial"/>
                <a:ea typeface="+mn-lt"/>
                <a:cs typeface="Arial"/>
              </a:rPr>
              <a:t> </a:t>
            </a:r>
            <a:r>
              <a:rPr lang="hu-HU" sz="2100" err="1">
                <a:latin typeface="Arial"/>
                <a:ea typeface="+mn-lt"/>
                <a:cs typeface="Arial"/>
              </a:rPr>
              <a:t>with</a:t>
            </a:r>
            <a:r>
              <a:rPr lang="hu-HU" sz="2100">
                <a:latin typeface="Arial"/>
                <a:ea typeface="+mn-lt"/>
                <a:cs typeface="Arial"/>
              </a:rPr>
              <a:t> a </a:t>
            </a:r>
            <a:r>
              <a:rPr lang="hu-HU" sz="2100" err="1">
                <a:latin typeface="Arial"/>
                <a:ea typeface="+mn-lt"/>
                <a:cs typeface="Arial"/>
              </a:rPr>
              <a:t>RESTful</a:t>
            </a:r>
            <a:r>
              <a:rPr lang="hu-HU" sz="2100">
                <a:latin typeface="Arial"/>
                <a:ea typeface="+mn-lt"/>
                <a:cs typeface="Arial"/>
              </a:rPr>
              <a:t> API, and </a:t>
            </a:r>
            <a:r>
              <a:rPr lang="hu-HU" sz="2100" err="1">
                <a:latin typeface="Arial"/>
                <a:ea typeface="+mn-lt"/>
                <a:cs typeface="Arial"/>
              </a:rPr>
              <a:t>you</a:t>
            </a:r>
            <a:r>
              <a:rPr lang="hu-HU" sz="2100">
                <a:latin typeface="Arial"/>
                <a:ea typeface="+mn-lt"/>
                <a:cs typeface="Arial"/>
              </a:rPr>
              <a:t> </a:t>
            </a:r>
            <a:r>
              <a:rPr lang="hu-HU" sz="2100" err="1">
                <a:latin typeface="Arial"/>
                <a:ea typeface="+mn-lt"/>
                <a:cs typeface="Arial"/>
              </a:rPr>
              <a:t>want</a:t>
            </a:r>
            <a:r>
              <a:rPr lang="hu-HU" sz="2100">
                <a:latin typeface="Arial"/>
                <a:ea typeface="+mn-lt"/>
                <a:cs typeface="Arial"/>
              </a:rPr>
              <a:t> </a:t>
            </a:r>
            <a:r>
              <a:rPr lang="hu-HU" sz="2100" err="1">
                <a:latin typeface="Arial"/>
                <a:ea typeface="+mn-lt"/>
                <a:cs typeface="Arial"/>
              </a:rPr>
              <a:t>to</a:t>
            </a:r>
            <a:r>
              <a:rPr lang="hu-HU" sz="2100">
                <a:latin typeface="Arial"/>
                <a:ea typeface="+mn-lt"/>
                <a:cs typeface="Arial"/>
              </a:rPr>
              <a:t> </a:t>
            </a:r>
            <a:r>
              <a:rPr lang="hu-HU" sz="2100" err="1">
                <a:latin typeface="Arial"/>
                <a:ea typeface="+mn-lt"/>
                <a:cs typeface="Arial"/>
              </a:rPr>
              <a:t>perform</a:t>
            </a:r>
            <a:r>
              <a:rPr lang="hu-HU" sz="2100">
                <a:latin typeface="Arial"/>
                <a:ea typeface="+mn-lt"/>
                <a:cs typeface="Arial"/>
              </a:rPr>
              <a:t> </a:t>
            </a:r>
            <a:r>
              <a:rPr lang="hu-HU" sz="2100" err="1">
                <a:latin typeface="Arial"/>
                <a:ea typeface="+mn-lt"/>
                <a:cs typeface="Arial"/>
              </a:rPr>
              <a:t>integration</a:t>
            </a:r>
            <a:r>
              <a:rPr lang="hu-HU" sz="2100">
                <a:latin typeface="Arial"/>
                <a:ea typeface="+mn-lt"/>
                <a:cs typeface="Arial"/>
              </a:rPr>
              <a:t> testing </a:t>
            </a:r>
            <a:r>
              <a:rPr lang="hu-HU" sz="2100" err="1">
                <a:latin typeface="Arial"/>
                <a:ea typeface="+mn-lt"/>
                <a:cs typeface="Arial"/>
              </a:rPr>
              <a:t>on</a:t>
            </a:r>
            <a:r>
              <a:rPr lang="hu-HU" sz="2100">
                <a:latin typeface="Arial"/>
                <a:ea typeface="+mn-lt"/>
                <a:cs typeface="Arial"/>
              </a:rPr>
              <a:t> </a:t>
            </a:r>
            <a:r>
              <a:rPr lang="hu-HU" sz="2100" err="1">
                <a:latin typeface="Arial"/>
                <a:ea typeface="+mn-lt"/>
                <a:cs typeface="Arial"/>
              </a:rPr>
              <a:t>it</a:t>
            </a:r>
            <a:r>
              <a:rPr lang="hu-HU" sz="2100">
                <a:latin typeface="Arial"/>
                <a:ea typeface="+mn-lt"/>
                <a:cs typeface="Arial"/>
              </a:rPr>
              <a:t>.</a:t>
            </a:r>
          </a:p>
          <a:p>
            <a:pPr marL="0" indent="0">
              <a:buNone/>
            </a:pPr>
            <a:br>
              <a:rPr lang="hu-HU" sz="2100">
                <a:latin typeface="Arial"/>
                <a:ea typeface="+mn-lt"/>
                <a:cs typeface="Arial"/>
              </a:rPr>
            </a:br>
            <a:r>
              <a:rPr lang="hu-HU" sz="2100" err="1">
                <a:latin typeface="Arial"/>
                <a:ea typeface="+mn-lt"/>
                <a:cs typeface="Arial"/>
              </a:rPr>
              <a:t>This</a:t>
            </a:r>
            <a:r>
              <a:rPr lang="hu-HU" sz="2100">
                <a:latin typeface="Arial"/>
                <a:ea typeface="+mn-lt"/>
                <a:cs typeface="Arial"/>
              </a:rPr>
              <a:t> script </a:t>
            </a:r>
            <a:r>
              <a:rPr lang="hu-HU" sz="2100" err="1">
                <a:latin typeface="Arial"/>
                <a:ea typeface="+mn-lt"/>
                <a:cs typeface="Arial"/>
              </a:rPr>
              <a:t>defines</a:t>
            </a:r>
            <a:r>
              <a:rPr lang="hu-HU" sz="2100">
                <a:latin typeface="Arial"/>
                <a:ea typeface="+mn-lt"/>
                <a:cs typeface="Arial"/>
              </a:rPr>
              <a:t> </a:t>
            </a:r>
            <a:r>
              <a:rPr lang="hu-HU" sz="2100" err="1">
                <a:latin typeface="Arial"/>
                <a:ea typeface="+mn-lt"/>
                <a:cs typeface="Arial"/>
              </a:rPr>
              <a:t>two</a:t>
            </a:r>
            <a:r>
              <a:rPr lang="hu-HU" sz="2100">
                <a:latin typeface="Arial"/>
                <a:ea typeface="+mn-lt"/>
                <a:cs typeface="Arial"/>
              </a:rPr>
              <a:t> </a:t>
            </a:r>
            <a:r>
              <a:rPr lang="hu-HU" sz="2100" err="1">
                <a:latin typeface="Arial"/>
                <a:ea typeface="+mn-lt"/>
                <a:cs typeface="Arial"/>
              </a:rPr>
              <a:t>integration</a:t>
            </a:r>
            <a:r>
              <a:rPr lang="hu-HU" sz="2100">
                <a:latin typeface="Arial"/>
                <a:ea typeface="+mn-lt"/>
                <a:cs typeface="Arial"/>
              </a:rPr>
              <a:t> </a:t>
            </a:r>
            <a:r>
              <a:rPr lang="hu-HU" sz="2100" err="1">
                <a:latin typeface="Arial"/>
                <a:ea typeface="+mn-lt"/>
                <a:cs typeface="Arial"/>
              </a:rPr>
              <a:t>tests</a:t>
            </a:r>
            <a:r>
              <a:rPr lang="hu-HU" sz="2100">
                <a:latin typeface="Arial"/>
                <a:ea typeface="+mn-lt"/>
                <a:cs typeface="Arial"/>
              </a:rPr>
              <a:t> </a:t>
            </a:r>
            <a:r>
              <a:rPr lang="hu-HU" sz="2100" err="1">
                <a:latin typeface="Arial"/>
                <a:ea typeface="+mn-lt"/>
                <a:cs typeface="Arial"/>
              </a:rPr>
              <a:t>for</a:t>
            </a:r>
            <a:r>
              <a:rPr lang="hu-HU" sz="2100">
                <a:latin typeface="Arial"/>
                <a:ea typeface="+mn-lt"/>
                <a:cs typeface="Arial"/>
              </a:rPr>
              <a:t> a </a:t>
            </a:r>
            <a:r>
              <a:rPr lang="hu-HU" sz="2100" err="1">
                <a:latin typeface="Arial"/>
                <a:ea typeface="+mn-lt"/>
                <a:cs typeface="Arial"/>
              </a:rPr>
              <a:t>RESTful</a:t>
            </a:r>
            <a:r>
              <a:rPr lang="hu-HU" sz="2100">
                <a:latin typeface="Arial"/>
                <a:ea typeface="+mn-lt"/>
                <a:cs typeface="Arial"/>
              </a:rPr>
              <a:t> API:</a:t>
            </a:r>
          </a:p>
          <a:p>
            <a:pPr>
              <a:buNone/>
            </a:pPr>
            <a:r>
              <a:rPr lang="hu-HU" sz="2100" err="1">
                <a:latin typeface="Arial"/>
                <a:ea typeface="+mn-lt"/>
                <a:cs typeface="Arial"/>
              </a:rPr>
              <a:t>test_user_creation_and_fetch</a:t>
            </a:r>
            <a:r>
              <a:rPr lang="hu-HU" sz="2100">
                <a:latin typeface="Arial"/>
                <a:ea typeface="+mn-lt"/>
                <a:cs typeface="Arial"/>
              </a:rPr>
              <a:t>: </a:t>
            </a:r>
            <a:r>
              <a:rPr lang="hu-HU" sz="2100" err="1">
                <a:latin typeface="Arial"/>
                <a:ea typeface="+mn-lt"/>
                <a:cs typeface="Arial"/>
              </a:rPr>
              <a:t>Tests</a:t>
            </a:r>
            <a:r>
              <a:rPr lang="hu-HU" sz="2100">
                <a:latin typeface="Arial"/>
                <a:ea typeface="+mn-lt"/>
                <a:cs typeface="Arial"/>
              </a:rPr>
              <a:t> </a:t>
            </a:r>
            <a:r>
              <a:rPr lang="hu-HU" sz="2100" err="1">
                <a:latin typeface="Arial"/>
                <a:ea typeface="+mn-lt"/>
                <a:cs typeface="Arial"/>
              </a:rPr>
              <a:t>that</a:t>
            </a:r>
            <a:r>
              <a:rPr lang="hu-HU" sz="2100">
                <a:latin typeface="Arial"/>
                <a:ea typeface="+mn-lt"/>
                <a:cs typeface="Arial"/>
              </a:rPr>
              <a:t> a </a:t>
            </a:r>
            <a:r>
              <a:rPr lang="hu-HU" sz="2100" err="1">
                <a:latin typeface="Arial"/>
                <a:ea typeface="+mn-lt"/>
                <a:cs typeface="Arial"/>
              </a:rPr>
              <a:t>user</a:t>
            </a:r>
            <a:r>
              <a:rPr lang="hu-HU" sz="2100">
                <a:latin typeface="Arial"/>
                <a:ea typeface="+mn-lt"/>
                <a:cs typeface="Arial"/>
              </a:rPr>
              <a:t> </a:t>
            </a:r>
            <a:r>
              <a:rPr lang="hu-HU" sz="2100" err="1">
                <a:latin typeface="Arial"/>
                <a:ea typeface="+mn-lt"/>
                <a:cs typeface="Arial"/>
              </a:rPr>
              <a:t>can</a:t>
            </a:r>
            <a:r>
              <a:rPr lang="hu-HU" sz="2100">
                <a:latin typeface="Arial"/>
                <a:ea typeface="+mn-lt"/>
                <a:cs typeface="Arial"/>
              </a:rPr>
              <a:t> be </a:t>
            </a:r>
            <a:r>
              <a:rPr lang="hu-HU" sz="2100" err="1">
                <a:latin typeface="Arial"/>
                <a:ea typeface="+mn-lt"/>
                <a:cs typeface="Arial"/>
              </a:rPr>
              <a:t>created</a:t>
            </a:r>
            <a:r>
              <a:rPr lang="hu-HU" sz="2100">
                <a:latin typeface="Arial"/>
                <a:ea typeface="+mn-lt"/>
                <a:cs typeface="Arial"/>
              </a:rPr>
              <a:t> and </a:t>
            </a:r>
            <a:r>
              <a:rPr lang="hu-HU" sz="2100" err="1">
                <a:latin typeface="Arial"/>
                <a:ea typeface="+mn-lt"/>
                <a:cs typeface="Arial"/>
              </a:rPr>
              <a:t>then</a:t>
            </a:r>
            <a:r>
              <a:rPr lang="hu-HU" sz="2100">
                <a:latin typeface="Arial"/>
                <a:ea typeface="+mn-lt"/>
                <a:cs typeface="Arial"/>
              </a:rPr>
              <a:t> </a:t>
            </a:r>
            <a:r>
              <a:rPr lang="hu-HU" sz="2100" err="1">
                <a:latin typeface="Arial"/>
                <a:ea typeface="+mn-lt"/>
                <a:cs typeface="Arial"/>
              </a:rPr>
              <a:t>retrieved</a:t>
            </a:r>
            <a:r>
              <a:rPr lang="hu-HU" sz="2100">
                <a:latin typeface="Arial"/>
                <a:ea typeface="+mn-lt"/>
                <a:cs typeface="Arial"/>
              </a:rPr>
              <a:t> </a:t>
            </a:r>
            <a:r>
              <a:rPr lang="hu-HU" sz="2100" err="1">
                <a:latin typeface="Arial"/>
                <a:ea typeface="+mn-lt"/>
                <a:cs typeface="Arial"/>
              </a:rPr>
              <a:t>successfully</a:t>
            </a:r>
            <a:r>
              <a:rPr lang="hu-HU" sz="2100">
                <a:latin typeface="Arial"/>
                <a:ea typeface="+mn-lt"/>
                <a:cs typeface="Arial"/>
              </a:rPr>
              <a:t>.</a:t>
            </a:r>
            <a:endParaRPr lang="hu-HU" sz="2100">
              <a:latin typeface="Arial"/>
              <a:cs typeface="Arial"/>
            </a:endParaRPr>
          </a:p>
          <a:p>
            <a:pPr>
              <a:buNone/>
            </a:pPr>
            <a:r>
              <a:rPr lang="hu-HU" sz="2100" err="1">
                <a:latin typeface="Arial"/>
                <a:ea typeface="+mn-lt"/>
                <a:cs typeface="Arial"/>
              </a:rPr>
              <a:t>test_user_not_found</a:t>
            </a:r>
            <a:r>
              <a:rPr lang="hu-HU" sz="2100">
                <a:latin typeface="Arial"/>
                <a:ea typeface="+mn-lt"/>
                <a:cs typeface="Arial"/>
              </a:rPr>
              <a:t>: </a:t>
            </a:r>
            <a:r>
              <a:rPr lang="hu-HU" sz="2100" err="1">
                <a:latin typeface="Arial"/>
                <a:ea typeface="+mn-lt"/>
                <a:cs typeface="Arial"/>
              </a:rPr>
              <a:t>Tests</a:t>
            </a:r>
            <a:r>
              <a:rPr lang="hu-HU" sz="2100">
                <a:latin typeface="Arial"/>
                <a:ea typeface="+mn-lt"/>
                <a:cs typeface="Arial"/>
              </a:rPr>
              <a:t> </a:t>
            </a:r>
            <a:r>
              <a:rPr lang="hu-HU" sz="2100" err="1">
                <a:latin typeface="Arial"/>
                <a:ea typeface="+mn-lt"/>
                <a:cs typeface="Arial"/>
              </a:rPr>
              <a:t>that</a:t>
            </a:r>
            <a:r>
              <a:rPr lang="hu-HU" sz="2100">
                <a:latin typeface="Arial"/>
                <a:ea typeface="+mn-lt"/>
                <a:cs typeface="Arial"/>
              </a:rPr>
              <a:t> </a:t>
            </a:r>
            <a:r>
              <a:rPr lang="hu-HU" sz="2100" err="1">
                <a:latin typeface="Arial"/>
                <a:ea typeface="+mn-lt"/>
                <a:cs typeface="Arial"/>
              </a:rPr>
              <a:t>the</a:t>
            </a:r>
            <a:r>
              <a:rPr lang="hu-HU" sz="2100">
                <a:latin typeface="Arial"/>
                <a:ea typeface="+mn-lt"/>
                <a:cs typeface="Arial"/>
              </a:rPr>
              <a:t> API </a:t>
            </a:r>
            <a:r>
              <a:rPr lang="hu-HU" sz="2100" err="1">
                <a:latin typeface="Arial"/>
                <a:ea typeface="+mn-lt"/>
                <a:cs typeface="Arial"/>
              </a:rPr>
              <a:t>correctly</a:t>
            </a:r>
            <a:r>
              <a:rPr lang="hu-HU" sz="2100">
                <a:latin typeface="Arial"/>
                <a:ea typeface="+mn-lt"/>
                <a:cs typeface="Arial"/>
              </a:rPr>
              <a:t> </a:t>
            </a:r>
            <a:r>
              <a:rPr lang="hu-HU" sz="2100" err="1">
                <a:latin typeface="Arial"/>
                <a:ea typeface="+mn-lt"/>
                <a:cs typeface="Arial"/>
              </a:rPr>
              <a:t>returns</a:t>
            </a:r>
            <a:r>
              <a:rPr lang="hu-HU" sz="2100">
                <a:latin typeface="Arial"/>
                <a:ea typeface="+mn-lt"/>
                <a:cs typeface="Arial"/>
              </a:rPr>
              <a:t> a 404 </a:t>
            </a:r>
            <a:r>
              <a:rPr lang="hu-HU" sz="2100" err="1">
                <a:latin typeface="Arial"/>
                <a:ea typeface="+mn-lt"/>
                <a:cs typeface="Arial"/>
              </a:rPr>
              <a:t>error</a:t>
            </a:r>
            <a:r>
              <a:rPr lang="hu-HU" sz="2100">
                <a:latin typeface="Arial"/>
                <a:ea typeface="+mn-lt"/>
                <a:cs typeface="Arial"/>
              </a:rPr>
              <a:t> </a:t>
            </a:r>
            <a:r>
              <a:rPr lang="hu-HU" sz="2100" err="1">
                <a:latin typeface="Arial"/>
                <a:ea typeface="+mn-lt"/>
                <a:cs typeface="Arial"/>
              </a:rPr>
              <a:t>when</a:t>
            </a:r>
            <a:r>
              <a:rPr lang="hu-HU" sz="2100">
                <a:latin typeface="Arial"/>
                <a:ea typeface="+mn-lt"/>
                <a:cs typeface="Arial"/>
              </a:rPr>
              <a:t> </a:t>
            </a:r>
            <a:r>
              <a:rPr lang="hu-HU" sz="2100" err="1">
                <a:latin typeface="Arial"/>
                <a:ea typeface="+mn-lt"/>
                <a:cs typeface="Arial"/>
              </a:rPr>
              <a:t>attempting</a:t>
            </a:r>
            <a:r>
              <a:rPr lang="hu-HU" sz="2100">
                <a:latin typeface="Arial"/>
                <a:ea typeface="+mn-lt"/>
                <a:cs typeface="Arial"/>
              </a:rPr>
              <a:t> </a:t>
            </a:r>
            <a:r>
              <a:rPr lang="hu-HU" sz="2100" err="1">
                <a:latin typeface="Arial"/>
                <a:ea typeface="+mn-lt"/>
                <a:cs typeface="Arial"/>
              </a:rPr>
              <a:t>to</a:t>
            </a:r>
            <a:r>
              <a:rPr lang="hu-HU" sz="2100">
                <a:latin typeface="Arial"/>
                <a:ea typeface="+mn-lt"/>
                <a:cs typeface="Arial"/>
              </a:rPr>
              <a:t> </a:t>
            </a:r>
            <a:r>
              <a:rPr lang="hu-HU" sz="2100" err="1">
                <a:latin typeface="Arial"/>
                <a:ea typeface="+mn-lt"/>
                <a:cs typeface="Arial"/>
              </a:rPr>
              <a:t>retrieve</a:t>
            </a:r>
            <a:r>
              <a:rPr lang="hu-HU" sz="2100">
                <a:latin typeface="Arial"/>
                <a:ea typeface="+mn-lt"/>
                <a:cs typeface="Arial"/>
              </a:rPr>
              <a:t> a non-</a:t>
            </a:r>
            <a:r>
              <a:rPr lang="hu-HU" sz="2100" err="1">
                <a:latin typeface="Arial"/>
                <a:ea typeface="+mn-lt"/>
                <a:cs typeface="Arial"/>
              </a:rPr>
              <a:t>existent</a:t>
            </a:r>
            <a:r>
              <a:rPr lang="hu-HU" sz="2100">
                <a:latin typeface="Arial"/>
                <a:ea typeface="+mn-lt"/>
                <a:cs typeface="Arial"/>
              </a:rPr>
              <a:t> </a:t>
            </a:r>
            <a:r>
              <a:rPr lang="hu-HU" sz="2100" err="1">
                <a:latin typeface="Arial"/>
                <a:ea typeface="+mn-lt"/>
                <a:cs typeface="Arial"/>
              </a:rPr>
              <a:t>user</a:t>
            </a:r>
            <a:r>
              <a:rPr lang="hu-HU" sz="2100">
                <a:latin typeface="Arial"/>
                <a:ea typeface="+mn-lt"/>
                <a:cs typeface="Arial"/>
              </a:rPr>
              <a:t>.</a:t>
            </a:r>
            <a:endParaRPr lang="hu-HU" sz="2100">
              <a:latin typeface="Arial"/>
              <a:cs typeface="Arial"/>
            </a:endParaRPr>
          </a:p>
          <a:p>
            <a:pPr marL="0" indent="0">
              <a:buNone/>
            </a:pPr>
            <a:r>
              <a:rPr lang="hu-HU" sz="2100" err="1">
                <a:latin typeface="Arial"/>
                <a:ea typeface="+mn-lt"/>
                <a:cs typeface="Arial"/>
              </a:rPr>
              <a:t>These</a:t>
            </a:r>
            <a:r>
              <a:rPr lang="hu-HU" sz="2100">
                <a:latin typeface="Arial"/>
                <a:ea typeface="+mn-lt"/>
                <a:cs typeface="Arial"/>
              </a:rPr>
              <a:t> </a:t>
            </a:r>
            <a:r>
              <a:rPr lang="hu-HU" sz="2100" err="1">
                <a:latin typeface="Arial"/>
                <a:ea typeface="+mn-lt"/>
                <a:cs typeface="Arial"/>
              </a:rPr>
              <a:t>tests</a:t>
            </a:r>
            <a:r>
              <a:rPr lang="hu-HU" sz="2100">
                <a:latin typeface="Arial"/>
                <a:ea typeface="+mn-lt"/>
                <a:cs typeface="Arial"/>
              </a:rPr>
              <a:t> </a:t>
            </a:r>
            <a:r>
              <a:rPr lang="hu-HU" sz="2100" err="1">
                <a:latin typeface="Arial"/>
                <a:ea typeface="+mn-lt"/>
                <a:cs typeface="Arial"/>
              </a:rPr>
              <a:t>help</a:t>
            </a:r>
            <a:r>
              <a:rPr lang="hu-HU" sz="2100">
                <a:latin typeface="Arial"/>
                <a:ea typeface="+mn-lt"/>
                <a:cs typeface="Arial"/>
              </a:rPr>
              <a:t> </a:t>
            </a:r>
            <a:r>
              <a:rPr lang="hu-HU" sz="2100" err="1">
                <a:latin typeface="Arial"/>
                <a:ea typeface="+mn-lt"/>
                <a:cs typeface="Arial"/>
              </a:rPr>
              <a:t>ensure</a:t>
            </a:r>
            <a:r>
              <a:rPr lang="hu-HU" sz="2100">
                <a:latin typeface="Arial"/>
                <a:ea typeface="+mn-lt"/>
                <a:cs typeface="Arial"/>
              </a:rPr>
              <a:t> </a:t>
            </a:r>
            <a:r>
              <a:rPr lang="hu-HU" sz="2100" err="1">
                <a:latin typeface="Arial"/>
                <a:ea typeface="+mn-lt"/>
                <a:cs typeface="Arial"/>
              </a:rPr>
              <a:t>that</a:t>
            </a:r>
            <a:r>
              <a:rPr lang="hu-HU" sz="2100">
                <a:latin typeface="Arial"/>
                <a:ea typeface="+mn-lt"/>
                <a:cs typeface="Arial"/>
              </a:rPr>
              <a:t> </a:t>
            </a:r>
            <a:r>
              <a:rPr lang="hu-HU" sz="2100" err="1">
                <a:latin typeface="Arial"/>
                <a:ea typeface="+mn-lt"/>
                <a:cs typeface="Arial"/>
              </a:rPr>
              <a:t>different</a:t>
            </a:r>
            <a:r>
              <a:rPr lang="hu-HU" sz="2100">
                <a:latin typeface="Arial"/>
                <a:ea typeface="+mn-lt"/>
                <a:cs typeface="Arial"/>
              </a:rPr>
              <a:t> </a:t>
            </a:r>
            <a:r>
              <a:rPr lang="hu-HU" sz="2100" err="1">
                <a:latin typeface="Arial"/>
                <a:ea typeface="+mn-lt"/>
                <a:cs typeface="Arial"/>
              </a:rPr>
              <a:t>parts</a:t>
            </a:r>
            <a:r>
              <a:rPr lang="hu-HU" sz="2100">
                <a:latin typeface="Arial"/>
                <a:ea typeface="+mn-lt"/>
                <a:cs typeface="Arial"/>
              </a:rPr>
              <a:t> of </a:t>
            </a:r>
            <a:r>
              <a:rPr lang="hu-HU" sz="2100" err="1">
                <a:latin typeface="Arial"/>
                <a:ea typeface="+mn-lt"/>
                <a:cs typeface="Arial"/>
              </a:rPr>
              <a:t>the</a:t>
            </a:r>
            <a:r>
              <a:rPr lang="hu-HU" sz="2100">
                <a:latin typeface="Arial"/>
                <a:ea typeface="+mn-lt"/>
                <a:cs typeface="Arial"/>
              </a:rPr>
              <a:t> API </a:t>
            </a:r>
            <a:r>
              <a:rPr lang="hu-HU" sz="2100" err="1">
                <a:latin typeface="Arial"/>
                <a:ea typeface="+mn-lt"/>
                <a:cs typeface="Arial"/>
              </a:rPr>
              <a:t>work</a:t>
            </a:r>
            <a:r>
              <a:rPr lang="hu-HU" sz="2100">
                <a:latin typeface="Arial"/>
                <a:ea typeface="+mn-lt"/>
                <a:cs typeface="Arial"/>
              </a:rPr>
              <a:t> </a:t>
            </a:r>
            <a:r>
              <a:rPr lang="hu-HU" sz="2100" err="1">
                <a:latin typeface="Arial"/>
                <a:ea typeface="+mn-lt"/>
                <a:cs typeface="Arial"/>
              </a:rPr>
              <a:t>correctly</a:t>
            </a:r>
            <a:r>
              <a:rPr lang="hu-HU" sz="2100">
                <a:latin typeface="Arial"/>
                <a:ea typeface="+mn-lt"/>
                <a:cs typeface="Arial"/>
              </a:rPr>
              <a:t> </a:t>
            </a:r>
            <a:r>
              <a:rPr lang="hu-HU" sz="2100" err="1">
                <a:latin typeface="Arial"/>
                <a:ea typeface="+mn-lt"/>
                <a:cs typeface="Arial"/>
              </a:rPr>
              <a:t>together</a:t>
            </a:r>
            <a:r>
              <a:rPr lang="hu-HU" sz="2100">
                <a:latin typeface="Arial"/>
                <a:ea typeface="+mn-lt"/>
                <a:cs typeface="Arial"/>
              </a:rPr>
              <a:t>, </a:t>
            </a:r>
            <a:r>
              <a:rPr lang="hu-HU" sz="2100" err="1">
                <a:latin typeface="Arial"/>
                <a:ea typeface="+mn-lt"/>
                <a:cs typeface="Arial"/>
              </a:rPr>
              <a:t>such</a:t>
            </a:r>
            <a:r>
              <a:rPr lang="hu-HU" sz="2100">
                <a:latin typeface="Arial"/>
                <a:ea typeface="+mn-lt"/>
                <a:cs typeface="Arial"/>
              </a:rPr>
              <a:t> </a:t>
            </a:r>
            <a:r>
              <a:rPr lang="hu-HU" sz="2100" err="1">
                <a:latin typeface="Arial"/>
                <a:ea typeface="+mn-lt"/>
                <a:cs typeface="Arial"/>
              </a:rPr>
              <a:t>as</a:t>
            </a:r>
            <a:r>
              <a:rPr lang="hu-HU" sz="2100">
                <a:latin typeface="Arial"/>
                <a:ea typeface="+mn-lt"/>
                <a:cs typeface="Arial"/>
              </a:rPr>
              <a:t> </a:t>
            </a:r>
            <a:r>
              <a:rPr lang="hu-HU" sz="2100" err="1">
                <a:latin typeface="Arial"/>
                <a:ea typeface="+mn-lt"/>
                <a:cs typeface="Arial"/>
              </a:rPr>
              <a:t>user</a:t>
            </a:r>
            <a:r>
              <a:rPr lang="hu-HU" sz="2100">
                <a:latin typeface="Arial"/>
                <a:ea typeface="+mn-lt"/>
                <a:cs typeface="Arial"/>
              </a:rPr>
              <a:t> </a:t>
            </a:r>
            <a:r>
              <a:rPr lang="hu-HU" sz="2100" err="1">
                <a:latin typeface="Arial"/>
                <a:ea typeface="+mn-lt"/>
                <a:cs typeface="Arial"/>
              </a:rPr>
              <a:t>creation</a:t>
            </a:r>
            <a:r>
              <a:rPr lang="hu-HU" sz="2100">
                <a:latin typeface="Arial"/>
                <a:ea typeface="+mn-lt"/>
                <a:cs typeface="Arial"/>
              </a:rPr>
              <a:t>, </a:t>
            </a:r>
            <a:r>
              <a:rPr lang="hu-HU" sz="2100" err="1">
                <a:latin typeface="Arial"/>
                <a:ea typeface="+mn-lt"/>
                <a:cs typeface="Arial"/>
              </a:rPr>
              <a:t>data</a:t>
            </a:r>
            <a:r>
              <a:rPr lang="hu-HU" sz="2100">
                <a:latin typeface="Arial"/>
                <a:ea typeface="+mn-lt"/>
                <a:cs typeface="Arial"/>
              </a:rPr>
              <a:t> </a:t>
            </a:r>
            <a:r>
              <a:rPr lang="hu-HU" sz="2100" err="1">
                <a:latin typeface="Arial"/>
                <a:ea typeface="+mn-lt"/>
                <a:cs typeface="Arial"/>
              </a:rPr>
              <a:t>retrieval</a:t>
            </a:r>
            <a:r>
              <a:rPr lang="hu-HU" sz="2100">
                <a:latin typeface="Arial"/>
                <a:ea typeface="+mn-lt"/>
                <a:cs typeface="Arial"/>
              </a:rPr>
              <a:t>, and </a:t>
            </a:r>
            <a:r>
              <a:rPr lang="hu-HU" sz="2100" err="1">
                <a:latin typeface="Arial"/>
                <a:ea typeface="+mn-lt"/>
                <a:cs typeface="Arial"/>
              </a:rPr>
              <a:t>error</a:t>
            </a:r>
            <a:r>
              <a:rPr lang="hu-HU" sz="2100">
                <a:latin typeface="Arial"/>
                <a:ea typeface="+mn-lt"/>
                <a:cs typeface="Arial"/>
              </a:rPr>
              <a:t> </a:t>
            </a:r>
            <a:r>
              <a:rPr lang="hu-HU" sz="2100" err="1">
                <a:latin typeface="Arial"/>
                <a:ea typeface="+mn-lt"/>
                <a:cs typeface="Arial"/>
              </a:rPr>
              <a:t>handling</a:t>
            </a:r>
            <a:r>
              <a:rPr lang="hu-HU" sz="2100">
                <a:latin typeface="Arial"/>
                <a:ea typeface="+mn-lt"/>
                <a:cs typeface="Arial"/>
              </a:rPr>
              <a:t>.</a:t>
            </a:r>
            <a:endParaRPr lang="hu-HU" sz="2100">
              <a:latin typeface="Arial"/>
              <a:cs typeface="Arial"/>
            </a:endParaRPr>
          </a:p>
          <a:p>
            <a:pPr marL="0" indent="0">
              <a:buNone/>
            </a:pPr>
            <a:endParaRPr lang="hu-HU" sz="2100">
              <a:latin typeface="Arial"/>
              <a:cs typeface="Arial"/>
            </a:endParaRPr>
          </a:p>
        </p:txBody>
      </p:sp>
      <p:pic>
        <p:nvPicPr>
          <p:cNvPr id="4" name="Kép 3" descr="A képen szöveg, elektronika, képernyőkép, szoftver látható&#10;&#10;Automatikusan generált leírás">
            <a:extLst>
              <a:ext uri="{FF2B5EF4-FFF2-40B4-BE49-F238E27FC236}">
                <a16:creationId xmlns:a16="http://schemas.microsoft.com/office/drawing/2014/main" id="{F5BDD4D0-C8BB-90AA-A6C5-B56235BA76C2}"/>
              </a:ext>
            </a:extLst>
          </p:cNvPr>
          <p:cNvPicPr>
            <a:picLocks noChangeAspect="1"/>
          </p:cNvPicPr>
          <p:nvPr/>
        </p:nvPicPr>
        <p:blipFill>
          <a:blip r:embed="rId2"/>
          <a:stretch>
            <a:fillRect/>
          </a:stretch>
        </p:blipFill>
        <p:spPr>
          <a:xfrm>
            <a:off x="5310364" y="-4174"/>
            <a:ext cx="6877050" cy="6772275"/>
          </a:xfrm>
          <a:prstGeom prst="rect">
            <a:avLst/>
          </a:prstGeom>
        </p:spPr>
      </p:pic>
    </p:spTree>
    <p:extLst>
      <p:ext uri="{BB962C8B-B14F-4D97-AF65-F5344CB8AC3E}">
        <p14:creationId xmlns:p14="http://schemas.microsoft.com/office/powerpoint/2010/main" val="80642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25F9CE4B-7833-A26A-22C8-1A3AD621DD34}"/>
              </a:ext>
            </a:extLst>
          </p:cNvPr>
          <p:cNvSpPr>
            <a:spLocks noGrp="1"/>
          </p:cNvSpPr>
          <p:nvPr>
            <p:ph idx="1"/>
          </p:nvPr>
        </p:nvSpPr>
        <p:spPr>
          <a:xfrm>
            <a:off x="478367" y="280458"/>
            <a:ext cx="10515600" cy="6245754"/>
          </a:xfrm>
        </p:spPr>
        <p:txBody>
          <a:bodyPr vert="horz" lIns="91440" tIns="45720" rIns="91440" bIns="45720" rtlCol="0" anchor="t">
            <a:normAutofit/>
          </a:bodyPr>
          <a:lstStyle/>
          <a:p>
            <a:r>
              <a:rPr lang="hu-HU" sz="3200">
                <a:solidFill>
                  <a:schemeClr val="accent1"/>
                </a:solidFill>
              </a:rPr>
              <a:t>System Testing</a:t>
            </a:r>
          </a:p>
          <a:p>
            <a:r>
              <a:rPr lang="hu-HU" sz="2100">
                <a:latin typeface="Arial"/>
                <a:ea typeface="+mn-lt"/>
                <a:cs typeface="+mn-lt"/>
              </a:rPr>
              <a:t>System testing is a </a:t>
            </a:r>
            <a:r>
              <a:rPr lang="hu-HU" sz="2100" err="1">
                <a:latin typeface="Arial"/>
                <a:ea typeface="+mn-lt"/>
                <a:cs typeface="+mn-lt"/>
              </a:rPr>
              <a:t>level</a:t>
            </a:r>
            <a:r>
              <a:rPr lang="hu-HU" sz="2100">
                <a:latin typeface="Arial"/>
                <a:ea typeface="+mn-lt"/>
                <a:cs typeface="+mn-lt"/>
              </a:rPr>
              <a:t> of software testing </a:t>
            </a:r>
            <a:r>
              <a:rPr lang="hu-HU" sz="2100" err="1">
                <a:latin typeface="Arial"/>
                <a:ea typeface="+mn-lt"/>
                <a:cs typeface="+mn-lt"/>
              </a:rPr>
              <a:t>where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complete</a:t>
            </a:r>
            <a:r>
              <a:rPr lang="hu-HU" sz="2100">
                <a:latin typeface="Arial"/>
                <a:ea typeface="+mn-lt"/>
                <a:cs typeface="+mn-lt"/>
              </a:rPr>
              <a:t> and </a:t>
            </a:r>
            <a:r>
              <a:rPr lang="hu-HU" sz="2100" err="1">
                <a:latin typeface="Arial"/>
                <a:ea typeface="+mn-lt"/>
                <a:cs typeface="+mn-lt"/>
              </a:rPr>
              <a:t>integrated</a:t>
            </a:r>
            <a:r>
              <a:rPr lang="hu-HU" sz="2100">
                <a:latin typeface="Arial"/>
                <a:ea typeface="+mn-lt"/>
                <a:cs typeface="+mn-lt"/>
              </a:rPr>
              <a:t> software </a:t>
            </a:r>
            <a:r>
              <a:rPr lang="hu-HU" sz="2100" err="1">
                <a:latin typeface="Arial"/>
                <a:ea typeface="+mn-lt"/>
                <a:cs typeface="+mn-lt"/>
              </a:rPr>
              <a:t>system</a:t>
            </a:r>
            <a:r>
              <a:rPr lang="hu-HU" sz="2100">
                <a:latin typeface="Arial"/>
                <a:ea typeface="+mn-lt"/>
                <a:cs typeface="+mn-lt"/>
              </a:rPr>
              <a:t> is tested </a:t>
            </a:r>
            <a:r>
              <a:rPr lang="hu-HU" sz="2100" err="1">
                <a:latin typeface="Arial"/>
                <a:ea typeface="+mn-lt"/>
                <a:cs typeface="+mn-lt"/>
              </a:rPr>
              <a:t>as</a:t>
            </a:r>
            <a:r>
              <a:rPr lang="hu-HU" sz="2100">
                <a:latin typeface="Arial"/>
                <a:ea typeface="+mn-lt"/>
                <a:cs typeface="+mn-lt"/>
              </a:rPr>
              <a:t> a </a:t>
            </a:r>
            <a:r>
              <a:rPr lang="hu-HU" sz="2100" err="1">
                <a:latin typeface="Arial"/>
                <a:ea typeface="+mn-lt"/>
                <a:cs typeface="+mn-lt"/>
              </a:rPr>
              <a:t>whole</a:t>
            </a:r>
            <a:r>
              <a:rPr lang="hu-HU" sz="2100">
                <a:latin typeface="Arial"/>
                <a:ea typeface="+mn-lt"/>
                <a:cs typeface="+mn-lt"/>
              </a:rPr>
              <a:t>. The </a:t>
            </a:r>
            <a:r>
              <a:rPr lang="hu-HU" sz="2100" err="1">
                <a:latin typeface="Arial"/>
                <a:ea typeface="+mn-lt"/>
                <a:cs typeface="+mn-lt"/>
              </a:rPr>
              <a:t>purpose</a:t>
            </a:r>
            <a:r>
              <a:rPr lang="hu-HU" sz="2100">
                <a:latin typeface="Arial"/>
                <a:ea typeface="+mn-lt"/>
                <a:cs typeface="+mn-lt"/>
              </a:rPr>
              <a:t> of </a:t>
            </a:r>
            <a:r>
              <a:rPr lang="hu-HU" sz="2100" err="1">
                <a:latin typeface="Arial"/>
                <a:ea typeface="+mn-lt"/>
                <a:cs typeface="+mn-lt"/>
              </a:rPr>
              <a:t>system</a:t>
            </a:r>
            <a:r>
              <a:rPr lang="hu-HU" sz="2100">
                <a:latin typeface="Arial"/>
                <a:ea typeface="+mn-lt"/>
                <a:cs typeface="+mn-lt"/>
              </a:rPr>
              <a:t> testing is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validate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end-</a:t>
            </a:r>
            <a:r>
              <a:rPr lang="hu-HU" sz="2100" err="1">
                <a:latin typeface="Arial"/>
                <a:ea typeface="+mn-lt"/>
                <a:cs typeface="+mn-lt"/>
              </a:rPr>
              <a:t>to</a:t>
            </a:r>
            <a:r>
              <a:rPr lang="hu-HU" sz="2100">
                <a:latin typeface="Arial"/>
                <a:ea typeface="+mn-lt"/>
                <a:cs typeface="+mn-lt"/>
              </a:rPr>
              <a:t>-end </a:t>
            </a:r>
            <a:r>
              <a:rPr lang="hu-HU" sz="2100" err="1">
                <a:latin typeface="Arial"/>
                <a:ea typeface="+mn-lt"/>
                <a:cs typeface="+mn-lt"/>
              </a:rPr>
              <a:t>functionality</a:t>
            </a:r>
            <a:r>
              <a:rPr lang="hu-HU" sz="2100">
                <a:latin typeface="Arial"/>
                <a:ea typeface="+mn-lt"/>
                <a:cs typeface="+mn-lt"/>
              </a:rPr>
              <a: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system</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it</a:t>
            </a:r>
            <a:r>
              <a:rPr lang="hu-HU" sz="2100">
                <a:latin typeface="Arial"/>
                <a:ea typeface="+mn-lt"/>
                <a:cs typeface="+mn-lt"/>
              </a:rPr>
              <a:t> </a:t>
            </a:r>
            <a:r>
              <a:rPr lang="hu-HU" sz="2100" err="1">
                <a:latin typeface="Arial"/>
                <a:ea typeface="+mn-lt"/>
                <a:cs typeface="+mn-lt"/>
              </a:rPr>
              <a:t>would</a:t>
            </a:r>
            <a:r>
              <a:rPr lang="hu-HU" sz="2100">
                <a:latin typeface="Arial"/>
                <a:ea typeface="+mn-lt"/>
                <a:cs typeface="+mn-lt"/>
              </a:rPr>
              <a:t> be </a:t>
            </a:r>
            <a:r>
              <a:rPr lang="hu-HU" sz="2100" err="1">
                <a:latin typeface="Arial"/>
                <a:ea typeface="+mn-lt"/>
                <a:cs typeface="+mn-lt"/>
              </a:rPr>
              <a:t>used</a:t>
            </a:r>
            <a:r>
              <a:rPr lang="hu-HU" sz="2100">
                <a:latin typeface="Arial"/>
                <a:ea typeface="+mn-lt"/>
                <a:cs typeface="+mn-lt"/>
              </a:rPr>
              <a:t> in a </a:t>
            </a:r>
            <a:r>
              <a:rPr lang="hu-HU" sz="2100" err="1">
                <a:latin typeface="Arial"/>
                <a:ea typeface="+mn-lt"/>
                <a:cs typeface="+mn-lt"/>
              </a:rPr>
              <a:t>production</a:t>
            </a:r>
            <a:r>
              <a:rPr lang="hu-HU" sz="2100">
                <a:latin typeface="Arial"/>
                <a:ea typeface="+mn-lt"/>
                <a:cs typeface="+mn-lt"/>
              </a:rPr>
              <a:t> </a:t>
            </a:r>
            <a:r>
              <a:rPr lang="hu-HU" sz="2100" err="1">
                <a:latin typeface="Arial"/>
                <a:ea typeface="+mn-lt"/>
                <a:cs typeface="+mn-lt"/>
              </a:rPr>
              <a:t>environment</a:t>
            </a:r>
            <a:r>
              <a:rPr lang="hu-HU" sz="2100">
                <a:latin typeface="Arial"/>
                <a:ea typeface="+mn-lt"/>
                <a:cs typeface="+mn-lt"/>
              </a:rPr>
              <a:t>. </a:t>
            </a:r>
            <a:r>
              <a:rPr lang="hu-HU" sz="2100" err="1">
                <a:latin typeface="Arial"/>
                <a:ea typeface="+mn-lt"/>
                <a:cs typeface="+mn-lt"/>
              </a:rPr>
              <a:t>This</a:t>
            </a:r>
            <a:r>
              <a:rPr lang="hu-HU" sz="2100">
                <a:latin typeface="Arial"/>
                <a:ea typeface="+mn-lt"/>
                <a:cs typeface="+mn-lt"/>
              </a:rPr>
              <a:t> </a:t>
            </a:r>
            <a:r>
              <a:rPr lang="hu-HU" sz="2100" err="1">
                <a:latin typeface="Arial"/>
                <a:ea typeface="+mn-lt"/>
                <a:cs typeface="+mn-lt"/>
              </a:rPr>
              <a:t>type</a:t>
            </a:r>
            <a:r>
              <a:rPr lang="hu-HU" sz="2100">
                <a:latin typeface="Arial"/>
                <a:ea typeface="+mn-lt"/>
                <a:cs typeface="+mn-lt"/>
              </a:rPr>
              <a:t> of testing </a:t>
            </a:r>
            <a:r>
              <a:rPr lang="hu-HU" sz="2100" err="1">
                <a:latin typeface="Arial"/>
                <a:ea typeface="+mn-lt"/>
                <a:cs typeface="+mn-lt"/>
              </a:rPr>
              <a:t>ensures</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system</a:t>
            </a:r>
            <a:r>
              <a:rPr lang="hu-HU" sz="2100">
                <a:latin typeface="Arial"/>
                <a:ea typeface="+mn-lt"/>
                <a:cs typeface="+mn-lt"/>
              </a:rPr>
              <a:t> </a:t>
            </a:r>
            <a:r>
              <a:rPr lang="hu-HU" sz="2100" err="1">
                <a:latin typeface="Arial"/>
                <a:ea typeface="+mn-lt"/>
                <a:cs typeface="+mn-lt"/>
              </a:rPr>
              <a:t>meets</a:t>
            </a:r>
            <a:r>
              <a:rPr lang="hu-HU" sz="2100">
                <a:latin typeface="Arial"/>
                <a:ea typeface="+mn-lt"/>
                <a:cs typeface="+mn-lt"/>
              </a:rPr>
              <a:t> </a:t>
            </a:r>
            <a:r>
              <a:rPr lang="hu-HU" sz="2100" err="1">
                <a:latin typeface="Arial"/>
                <a:ea typeface="+mn-lt"/>
                <a:cs typeface="+mn-lt"/>
              </a:rPr>
              <a:t>its</a:t>
            </a:r>
            <a:r>
              <a:rPr lang="hu-HU" sz="2100">
                <a:latin typeface="Arial"/>
                <a:ea typeface="+mn-lt"/>
                <a:cs typeface="+mn-lt"/>
              </a:rPr>
              <a:t> </a:t>
            </a:r>
            <a:r>
              <a:rPr lang="hu-HU" sz="2100" err="1">
                <a:latin typeface="Arial"/>
                <a:ea typeface="+mn-lt"/>
                <a:cs typeface="+mn-lt"/>
              </a:rPr>
              <a:t>specified</a:t>
            </a:r>
            <a:r>
              <a:rPr lang="hu-HU" sz="2100">
                <a:latin typeface="Arial"/>
                <a:ea typeface="+mn-lt"/>
                <a:cs typeface="+mn-lt"/>
              </a:rPr>
              <a:t> </a:t>
            </a:r>
            <a:r>
              <a:rPr lang="hu-HU" sz="2100" err="1">
                <a:latin typeface="Arial"/>
                <a:ea typeface="+mn-lt"/>
                <a:cs typeface="+mn-lt"/>
              </a:rPr>
              <a:t>requirements</a:t>
            </a:r>
            <a:r>
              <a:rPr lang="hu-HU" sz="2100">
                <a:latin typeface="Arial"/>
                <a:ea typeface="+mn-lt"/>
                <a:cs typeface="+mn-lt"/>
              </a:rPr>
              <a:t> and </a:t>
            </a:r>
            <a:r>
              <a:rPr lang="hu-HU" sz="2100" err="1">
                <a:latin typeface="Arial"/>
                <a:ea typeface="+mn-lt"/>
                <a:cs typeface="+mn-lt"/>
              </a:rPr>
              <a:t>behaves</a:t>
            </a:r>
            <a:r>
              <a:rPr lang="hu-HU" sz="2100">
                <a:latin typeface="Arial"/>
                <a:ea typeface="+mn-lt"/>
                <a:cs typeface="+mn-lt"/>
              </a:rPr>
              <a:t> </a:t>
            </a:r>
            <a:r>
              <a:rPr lang="hu-HU" sz="2100" err="1">
                <a:latin typeface="Arial"/>
                <a:ea typeface="+mn-lt"/>
                <a:cs typeface="+mn-lt"/>
              </a:rPr>
              <a:t>as</a:t>
            </a:r>
            <a:r>
              <a:rPr lang="hu-HU" sz="2100">
                <a:latin typeface="Arial"/>
                <a:ea typeface="+mn-lt"/>
                <a:cs typeface="+mn-lt"/>
              </a:rPr>
              <a:t> </a:t>
            </a:r>
            <a:r>
              <a:rPr lang="hu-HU" sz="2100" err="1">
                <a:latin typeface="Arial"/>
                <a:ea typeface="+mn-lt"/>
                <a:cs typeface="+mn-lt"/>
              </a:rPr>
              <a:t>expected</a:t>
            </a:r>
            <a:r>
              <a:rPr lang="hu-HU" sz="2100">
                <a:latin typeface="Arial"/>
                <a:ea typeface="+mn-lt"/>
                <a:cs typeface="+mn-lt"/>
              </a:rPr>
              <a:t> in </a:t>
            </a:r>
            <a:r>
              <a:rPr lang="hu-HU" sz="2100" err="1">
                <a:latin typeface="Arial"/>
                <a:ea typeface="+mn-lt"/>
                <a:cs typeface="+mn-lt"/>
              </a:rPr>
              <a:t>real-world</a:t>
            </a:r>
            <a:r>
              <a:rPr lang="hu-HU" sz="2100">
                <a:latin typeface="Arial"/>
                <a:ea typeface="+mn-lt"/>
                <a:cs typeface="+mn-lt"/>
              </a:rPr>
              <a:t> </a:t>
            </a:r>
            <a:r>
              <a:rPr lang="hu-HU" sz="2100" err="1">
                <a:latin typeface="Arial"/>
                <a:ea typeface="+mn-lt"/>
                <a:cs typeface="+mn-lt"/>
              </a:rPr>
              <a:t>scenarios</a:t>
            </a:r>
            <a:r>
              <a:rPr lang="hu-HU" sz="2100">
                <a:latin typeface="Arial"/>
                <a:ea typeface="+mn-lt"/>
                <a:cs typeface="+mn-lt"/>
              </a:rPr>
              <a:t>.</a:t>
            </a:r>
            <a:endParaRPr lang="hu-HU" sz="2100">
              <a:latin typeface="Arial"/>
              <a:cs typeface="Arial"/>
            </a:endParaRPr>
          </a:p>
          <a:p>
            <a:r>
              <a:rPr lang="hu-HU" sz="2100">
                <a:latin typeface="Arial"/>
                <a:ea typeface="+mn-lt"/>
                <a:cs typeface="+mn-lt"/>
              </a:rPr>
              <a:t>Key </a:t>
            </a:r>
            <a:r>
              <a:rPr lang="hu-HU" sz="2100" err="1">
                <a:latin typeface="Arial"/>
                <a:ea typeface="+mn-lt"/>
                <a:cs typeface="+mn-lt"/>
              </a:rPr>
              <a:t>points</a:t>
            </a:r>
            <a:r>
              <a:rPr lang="hu-HU" sz="2100">
                <a:latin typeface="Arial"/>
                <a:ea typeface="+mn-lt"/>
                <a:cs typeface="+mn-lt"/>
              </a:rPr>
              <a:t> </a:t>
            </a:r>
            <a:r>
              <a:rPr lang="hu-HU" sz="2100" err="1">
                <a:latin typeface="Arial"/>
                <a:ea typeface="+mn-lt"/>
                <a:cs typeface="+mn-lt"/>
              </a:rPr>
              <a:t>about</a:t>
            </a:r>
            <a:r>
              <a:rPr lang="hu-HU" sz="2100">
                <a:latin typeface="Arial"/>
                <a:ea typeface="+mn-lt"/>
                <a:cs typeface="+mn-lt"/>
              </a:rPr>
              <a:t> </a:t>
            </a:r>
            <a:r>
              <a:rPr lang="hu-HU" sz="2100" err="1">
                <a:latin typeface="Arial"/>
                <a:ea typeface="+mn-lt"/>
                <a:cs typeface="+mn-lt"/>
              </a:rPr>
              <a:t>system</a:t>
            </a:r>
            <a:r>
              <a:rPr lang="hu-HU" sz="2100">
                <a:latin typeface="Arial"/>
                <a:ea typeface="+mn-lt"/>
                <a:cs typeface="+mn-lt"/>
              </a:rPr>
              <a:t> testing:</a:t>
            </a:r>
            <a:endParaRPr lang="hu-HU" sz="2100">
              <a:latin typeface="Arial"/>
              <a:cs typeface="Arial"/>
            </a:endParaRPr>
          </a:p>
          <a:p>
            <a:endParaRPr lang="hu-HU" sz="2100">
              <a:latin typeface="Arial"/>
              <a:cs typeface="Arial"/>
            </a:endParaRPr>
          </a:p>
          <a:p>
            <a:r>
              <a:rPr lang="hu-HU" sz="2100" b="1" err="1">
                <a:latin typeface="Arial"/>
                <a:ea typeface="+mn-lt"/>
                <a:cs typeface="+mn-lt"/>
              </a:rPr>
              <a:t>Objective</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verify</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system</a:t>
            </a:r>
            <a:r>
              <a:rPr lang="hu-HU" sz="2100">
                <a:latin typeface="Arial"/>
                <a:ea typeface="+mn-lt"/>
                <a:cs typeface="+mn-lt"/>
              </a:rPr>
              <a:t> </a:t>
            </a:r>
            <a:r>
              <a:rPr lang="hu-HU" sz="2100" err="1">
                <a:latin typeface="Arial"/>
                <a:ea typeface="+mn-lt"/>
                <a:cs typeface="+mn-lt"/>
              </a:rPr>
              <a:t>meets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specified</a:t>
            </a:r>
            <a:r>
              <a:rPr lang="hu-HU" sz="2100">
                <a:latin typeface="Arial"/>
                <a:ea typeface="+mn-lt"/>
                <a:cs typeface="+mn-lt"/>
              </a:rPr>
              <a:t> </a:t>
            </a:r>
            <a:r>
              <a:rPr lang="hu-HU" sz="2100" err="1">
                <a:latin typeface="Arial"/>
                <a:ea typeface="+mn-lt"/>
                <a:cs typeface="+mn-lt"/>
              </a:rPr>
              <a:t>requirements</a:t>
            </a:r>
            <a:r>
              <a:rPr lang="hu-HU" sz="2100">
                <a:latin typeface="Arial"/>
                <a:ea typeface="+mn-lt"/>
                <a:cs typeface="+mn-lt"/>
              </a:rPr>
              <a:t> and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validate</a:t>
            </a:r>
            <a:r>
              <a:rPr lang="hu-HU" sz="2100">
                <a:latin typeface="Arial"/>
                <a:ea typeface="+mn-lt"/>
                <a:cs typeface="+mn-lt"/>
              </a:rPr>
              <a:t> </a:t>
            </a:r>
            <a:r>
              <a:rPr lang="hu-HU" sz="2100" err="1">
                <a:latin typeface="Arial"/>
                <a:ea typeface="+mn-lt"/>
                <a:cs typeface="+mn-lt"/>
              </a:rPr>
              <a:t>its</a:t>
            </a:r>
            <a:r>
              <a:rPr lang="hu-HU" sz="2100">
                <a:latin typeface="Arial"/>
                <a:ea typeface="+mn-lt"/>
                <a:cs typeface="+mn-lt"/>
              </a:rPr>
              <a:t> </a:t>
            </a:r>
            <a:r>
              <a:rPr lang="hu-HU" sz="2100" err="1">
                <a:latin typeface="Arial"/>
                <a:ea typeface="+mn-lt"/>
                <a:cs typeface="+mn-lt"/>
              </a:rPr>
              <a:t>behavior</a:t>
            </a:r>
            <a:r>
              <a:rPr lang="hu-HU" sz="2100">
                <a:latin typeface="Arial"/>
                <a:ea typeface="+mn-lt"/>
                <a:cs typeface="+mn-lt"/>
              </a:rPr>
              <a:t> in a </a:t>
            </a:r>
            <a:r>
              <a:rPr lang="hu-HU" sz="2100" err="1">
                <a:latin typeface="Arial"/>
                <a:ea typeface="+mn-lt"/>
                <a:cs typeface="+mn-lt"/>
              </a:rPr>
              <a:t>fully</a:t>
            </a:r>
            <a:r>
              <a:rPr lang="hu-HU" sz="2100">
                <a:latin typeface="Arial"/>
                <a:ea typeface="+mn-lt"/>
                <a:cs typeface="+mn-lt"/>
              </a:rPr>
              <a:t> </a:t>
            </a:r>
            <a:r>
              <a:rPr lang="hu-HU" sz="2100" err="1">
                <a:latin typeface="Arial"/>
                <a:ea typeface="+mn-lt"/>
                <a:cs typeface="+mn-lt"/>
              </a:rPr>
              <a:t>integrated</a:t>
            </a:r>
            <a:r>
              <a:rPr lang="hu-HU" sz="2100">
                <a:latin typeface="Arial"/>
                <a:ea typeface="+mn-lt"/>
                <a:cs typeface="+mn-lt"/>
              </a:rPr>
              <a:t> </a:t>
            </a:r>
            <a:r>
              <a:rPr lang="hu-HU" sz="2100" err="1">
                <a:latin typeface="Arial"/>
                <a:ea typeface="+mn-lt"/>
                <a:cs typeface="+mn-lt"/>
              </a:rPr>
              <a:t>environment</a:t>
            </a:r>
            <a:r>
              <a:rPr lang="hu-HU" sz="2100">
                <a:latin typeface="Arial"/>
                <a:ea typeface="+mn-lt"/>
                <a:cs typeface="+mn-lt"/>
              </a:rPr>
              <a:t>.</a:t>
            </a:r>
            <a:endParaRPr lang="hu-HU" sz="2100">
              <a:latin typeface="Arial"/>
              <a:cs typeface="Arial"/>
            </a:endParaRPr>
          </a:p>
          <a:p>
            <a:r>
              <a:rPr lang="hu-HU" sz="2100" b="1" err="1">
                <a:latin typeface="Arial"/>
                <a:ea typeface="+mn-lt"/>
                <a:cs typeface="+mn-lt"/>
              </a:rPr>
              <a:t>Scope</a:t>
            </a:r>
            <a:r>
              <a:rPr lang="hu-HU" sz="2100">
                <a:latin typeface="Arial"/>
                <a:ea typeface="+mn-lt"/>
                <a:cs typeface="+mn-lt"/>
              </a:rPr>
              <a:t>: System testing </a:t>
            </a:r>
            <a:r>
              <a:rPr lang="hu-HU" sz="2100" err="1">
                <a:latin typeface="Arial"/>
                <a:ea typeface="+mn-lt"/>
                <a:cs typeface="+mn-lt"/>
              </a:rPr>
              <a:t>involves</a:t>
            </a:r>
            <a:r>
              <a:rPr lang="hu-HU" sz="2100">
                <a:latin typeface="Arial"/>
                <a:ea typeface="+mn-lt"/>
                <a:cs typeface="+mn-lt"/>
              </a:rPr>
              <a:t> testing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entire</a:t>
            </a:r>
            <a:r>
              <a:rPr lang="hu-HU" sz="2100">
                <a:latin typeface="Arial"/>
                <a:ea typeface="+mn-lt"/>
                <a:cs typeface="+mn-lt"/>
              </a:rPr>
              <a:t> </a:t>
            </a:r>
            <a:r>
              <a:rPr lang="hu-HU" sz="2100" err="1">
                <a:latin typeface="Arial"/>
                <a:ea typeface="+mn-lt"/>
                <a:cs typeface="+mn-lt"/>
              </a:rPr>
              <a:t>application</a:t>
            </a:r>
            <a:r>
              <a:rPr lang="hu-HU" sz="2100">
                <a:latin typeface="Arial"/>
                <a:ea typeface="+mn-lt"/>
                <a:cs typeface="+mn-lt"/>
              </a:rPr>
              <a:t>, </a:t>
            </a:r>
            <a:r>
              <a:rPr lang="hu-HU" sz="2100" err="1">
                <a:latin typeface="Arial"/>
                <a:ea typeface="+mn-lt"/>
                <a:cs typeface="+mn-lt"/>
              </a:rPr>
              <a:t>including</a:t>
            </a:r>
            <a:r>
              <a:rPr lang="hu-HU" sz="2100">
                <a:latin typeface="Arial"/>
                <a:ea typeface="+mn-lt"/>
                <a:cs typeface="+mn-lt"/>
              </a:rPr>
              <a:t> hardware, software, </a:t>
            </a:r>
            <a:r>
              <a:rPr lang="hu-HU" sz="2100" err="1">
                <a:latin typeface="Arial"/>
                <a:ea typeface="+mn-lt"/>
                <a:cs typeface="+mn-lt"/>
              </a:rPr>
              <a:t>network</a:t>
            </a:r>
            <a:r>
              <a:rPr lang="hu-HU" sz="2100">
                <a:latin typeface="Arial"/>
                <a:ea typeface="+mn-lt"/>
                <a:cs typeface="+mn-lt"/>
              </a:rPr>
              <a:t>, and </a:t>
            </a:r>
            <a:r>
              <a:rPr lang="hu-HU" sz="2100" err="1">
                <a:latin typeface="Arial"/>
                <a:ea typeface="+mn-lt"/>
                <a:cs typeface="+mn-lt"/>
              </a:rPr>
              <a:t>integration</a:t>
            </a:r>
            <a:r>
              <a:rPr lang="hu-HU" sz="2100">
                <a:latin typeface="Arial"/>
                <a:ea typeface="+mn-lt"/>
                <a:cs typeface="+mn-lt"/>
              </a:rPr>
              <a:t> </a:t>
            </a:r>
            <a:r>
              <a:rPr lang="hu-HU" sz="2100" err="1">
                <a:latin typeface="Arial"/>
                <a:ea typeface="+mn-lt"/>
                <a:cs typeface="+mn-lt"/>
              </a:rPr>
              <a:t>points</a:t>
            </a:r>
            <a:r>
              <a:rPr lang="hu-HU" sz="2100">
                <a:latin typeface="Arial"/>
                <a:ea typeface="+mn-lt"/>
                <a:cs typeface="+mn-lt"/>
              </a:rPr>
              <a:t>.</a:t>
            </a:r>
            <a:endParaRPr lang="hu-HU" sz="2100">
              <a:latin typeface="Arial"/>
              <a:cs typeface="Arial"/>
            </a:endParaRPr>
          </a:p>
          <a:p>
            <a:r>
              <a:rPr lang="hu-HU" sz="2100" b="1">
                <a:latin typeface="Arial"/>
                <a:ea typeface="+mn-lt"/>
                <a:cs typeface="+mn-lt"/>
              </a:rPr>
              <a:t>Black-</a:t>
            </a:r>
            <a:r>
              <a:rPr lang="hu-HU" sz="2100" b="1" err="1">
                <a:latin typeface="Arial"/>
                <a:ea typeface="+mn-lt"/>
                <a:cs typeface="+mn-lt"/>
              </a:rPr>
              <a:t>box</a:t>
            </a:r>
            <a:r>
              <a:rPr lang="hu-HU" sz="2100" b="1">
                <a:latin typeface="Arial"/>
                <a:ea typeface="+mn-lt"/>
                <a:cs typeface="+mn-lt"/>
              </a:rPr>
              <a:t> Testing</a:t>
            </a:r>
            <a:r>
              <a:rPr lang="hu-HU" sz="2100">
                <a:latin typeface="Arial"/>
                <a:ea typeface="+mn-lt"/>
                <a:cs typeface="+mn-lt"/>
              </a:rPr>
              <a:t>: </a:t>
            </a:r>
            <a:r>
              <a:rPr lang="hu-HU" sz="2100" err="1">
                <a:latin typeface="Arial"/>
                <a:ea typeface="+mn-lt"/>
                <a:cs typeface="+mn-lt"/>
              </a:rPr>
              <a:t>Typically</a:t>
            </a:r>
            <a:r>
              <a:rPr lang="hu-HU" sz="2100">
                <a:latin typeface="Arial"/>
                <a:ea typeface="+mn-lt"/>
                <a:cs typeface="+mn-lt"/>
              </a:rPr>
              <a:t>, </a:t>
            </a:r>
            <a:r>
              <a:rPr lang="hu-HU" sz="2100" err="1">
                <a:latin typeface="Arial"/>
                <a:ea typeface="+mn-lt"/>
                <a:cs typeface="+mn-lt"/>
              </a:rPr>
              <a:t>system</a:t>
            </a:r>
            <a:r>
              <a:rPr lang="hu-HU" sz="2100">
                <a:latin typeface="Arial"/>
                <a:ea typeface="+mn-lt"/>
                <a:cs typeface="+mn-lt"/>
              </a:rPr>
              <a:t> testing is </a:t>
            </a:r>
            <a:r>
              <a:rPr lang="hu-HU" sz="2100" err="1">
                <a:latin typeface="Arial"/>
                <a:ea typeface="+mn-lt"/>
                <a:cs typeface="+mn-lt"/>
              </a:rPr>
              <a:t>considered</a:t>
            </a:r>
            <a:r>
              <a:rPr lang="hu-HU" sz="2100">
                <a:latin typeface="Arial"/>
                <a:ea typeface="+mn-lt"/>
                <a:cs typeface="+mn-lt"/>
              </a:rPr>
              <a:t> a </a:t>
            </a:r>
            <a:r>
              <a:rPr lang="hu-HU" sz="2100" err="1">
                <a:latin typeface="Arial"/>
                <a:ea typeface="+mn-lt"/>
                <a:cs typeface="+mn-lt"/>
              </a:rPr>
              <a:t>form</a:t>
            </a:r>
            <a:r>
              <a:rPr lang="hu-HU" sz="2100">
                <a:latin typeface="Arial"/>
                <a:ea typeface="+mn-lt"/>
                <a:cs typeface="+mn-lt"/>
              </a:rPr>
              <a:t> of </a:t>
            </a:r>
            <a:r>
              <a:rPr lang="hu-HU" sz="2100" err="1">
                <a:latin typeface="Arial"/>
                <a:ea typeface="+mn-lt"/>
                <a:cs typeface="+mn-lt"/>
              </a:rPr>
              <a:t>black-box</a:t>
            </a:r>
            <a:r>
              <a:rPr lang="hu-HU" sz="2100">
                <a:latin typeface="Arial"/>
                <a:ea typeface="+mn-lt"/>
                <a:cs typeface="+mn-lt"/>
              </a:rPr>
              <a:t> testing, </a:t>
            </a:r>
            <a:r>
              <a:rPr lang="hu-HU" sz="2100" err="1">
                <a:latin typeface="Arial"/>
                <a:ea typeface="+mn-lt"/>
                <a:cs typeface="+mn-lt"/>
              </a:rPr>
              <a:t>where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internal</a:t>
            </a:r>
            <a:r>
              <a:rPr lang="hu-HU" sz="2100">
                <a:latin typeface="Arial"/>
                <a:ea typeface="+mn-lt"/>
                <a:cs typeface="+mn-lt"/>
              </a:rPr>
              <a:t> </a:t>
            </a:r>
            <a:r>
              <a:rPr lang="hu-HU" sz="2100" err="1">
                <a:latin typeface="Arial"/>
                <a:ea typeface="+mn-lt"/>
                <a:cs typeface="+mn-lt"/>
              </a:rPr>
              <a:t>workings</a:t>
            </a:r>
            <a:r>
              <a:rPr lang="hu-HU" sz="2100">
                <a:latin typeface="Arial"/>
                <a:ea typeface="+mn-lt"/>
                <a:cs typeface="+mn-lt"/>
              </a:rPr>
              <a: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application</a:t>
            </a:r>
            <a:r>
              <a:rPr lang="hu-HU" sz="2100">
                <a:latin typeface="Arial"/>
                <a:ea typeface="+mn-lt"/>
                <a:cs typeface="+mn-lt"/>
              </a:rPr>
              <a:t> </a:t>
            </a:r>
            <a:r>
              <a:rPr lang="hu-HU" sz="2100" err="1">
                <a:latin typeface="Arial"/>
                <a:ea typeface="+mn-lt"/>
                <a:cs typeface="+mn-lt"/>
              </a:rPr>
              <a:t>are</a:t>
            </a:r>
            <a:r>
              <a:rPr lang="hu-HU" sz="2100">
                <a:latin typeface="Arial"/>
                <a:ea typeface="+mn-lt"/>
                <a:cs typeface="+mn-lt"/>
              </a:rPr>
              <a:t> </a:t>
            </a:r>
            <a:r>
              <a:rPr lang="hu-HU" sz="2100" err="1">
                <a:latin typeface="Arial"/>
                <a:ea typeface="+mn-lt"/>
                <a:cs typeface="+mn-lt"/>
              </a:rPr>
              <a:t>not</a:t>
            </a:r>
            <a:r>
              <a:rPr lang="hu-HU" sz="2100">
                <a:latin typeface="Arial"/>
                <a:ea typeface="+mn-lt"/>
                <a:cs typeface="+mn-lt"/>
              </a:rPr>
              <a:t> </a:t>
            </a:r>
            <a:r>
              <a:rPr lang="hu-HU" sz="2100" err="1">
                <a:latin typeface="Arial"/>
                <a:ea typeface="+mn-lt"/>
                <a:cs typeface="+mn-lt"/>
              </a:rPr>
              <a:t>known</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tester</a:t>
            </a:r>
            <a:r>
              <a:rPr lang="hu-HU" sz="2100">
                <a:latin typeface="Arial"/>
                <a:ea typeface="+mn-lt"/>
                <a:cs typeface="+mn-lt"/>
              </a:rPr>
              <a:t>.</a:t>
            </a:r>
            <a:endParaRPr lang="hu-HU" sz="2100">
              <a:latin typeface="Arial"/>
              <a:cs typeface="Arial"/>
            </a:endParaRPr>
          </a:p>
          <a:p>
            <a:r>
              <a:rPr lang="hu-HU" sz="2100" b="1" err="1">
                <a:latin typeface="Arial"/>
                <a:ea typeface="+mn-lt"/>
                <a:cs typeface="+mn-lt"/>
              </a:rPr>
              <a:t>Types</a:t>
            </a:r>
            <a:r>
              <a:rPr lang="hu-HU" sz="2100" b="1">
                <a:latin typeface="Arial"/>
                <a:ea typeface="+mn-lt"/>
                <a:cs typeface="+mn-lt"/>
              </a:rPr>
              <a:t> of System Testing</a:t>
            </a:r>
            <a:r>
              <a:rPr lang="hu-HU" sz="2100">
                <a:latin typeface="Arial"/>
                <a:ea typeface="+mn-lt"/>
                <a:cs typeface="+mn-lt"/>
              </a:rPr>
              <a:t>: </a:t>
            </a:r>
            <a:r>
              <a:rPr lang="hu-HU" sz="2100" err="1">
                <a:latin typeface="Arial"/>
                <a:ea typeface="+mn-lt"/>
                <a:cs typeface="+mn-lt"/>
              </a:rPr>
              <a:t>This</a:t>
            </a:r>
            <a:r>
              <a:rPr lang="hu-HU" sz="2100">
                <a:latin typeface="Arial"/>
                <a:ea typeface="+mn-lt"/>
                <a:cs typeface="+mn-lt"/>
              </a:rPr>
              <a:t> </a:t>
            </a:r>
            <a:r>
              <a:rPr lang="hu-HU" sz="2100" err="1">
                <a:latin typeface="Arial"/>
                <a:ea typeface="+mn-lt"/>
                <a:cs typeface="+mn-lt"/>
              </a:rPr>
              <a:t>can</a:t>
            </a:r>
            <a:r>
              <a:rPr lang="hu-HU" sz="2100">
                <a:latin typeface="Arial"/>
                <a:ea typeface="+mn-lt"/>
                <a:cs typeface="+mn-lt"/>
              </a:rPr>
              <a:t> </a:t>
            </a:r>
            <a:r>
              <a:rPr lang="hu-HU" sz="2100" err="1">
                <a:latin typeface="Arial"/>
                <a:ea typeface="+mn-lt"/>
                <a:cs typeface="+mn-lt"/>
              </a:rPr>
              <a:t>include</a:t>
            </a:r>
            <a:r>
              <a:rPr lang="hu-HU" sz="2100">
                <a:latin typeface="Arial"/>
                <a:ea typeface="+mn-lt"/>
                <a:cs typeface="+mn-lt"/>
              </a:rPr>
              <a:t> </a:t>
            </a:r>
            <a:r>
              <a:rPr lang="hu-HU" sz="2100" err="1">
                <a:latin typeface="Arial"/>
                <a:ea typeface="+mn-lt"/>
                <a:cs typeface="+mn-lt"/>
              </a:rPr>
              <a:t>functional</a:t>
            </a:r>
            <a:r>
              <a:rPr lang="hu-HU" sz="2100">
                <a:latin typeface="Arial"/>
                <a:ea typeface="+mn-lt"/>
                <a:cs typeface="+mn-lt"/>
              </a:rPr>
              <a:t> testing, performance testing, </a:t>
            </a:r>
            <a:r>
              <a:rPr lang="hu-HU" sz="2100" err="1">
                <a:latin typeface="Arial"/>
                <a:ea typeface="+mn-lt"/>
                <a:cs typeface="+mn-lt"/>
              </a:rPr>
              <a:t>security</a:t>
            </a:r>
            <a:r>
              <a:rPr lang="hu-HU" sz="2100">
                <a:latin typeface="Arial"/>
                <a:ea typeface="+mn-lt"/>
                <a:cs typeface="+mn-lt"/>
              </a:rPr>
              <a:t> testing, </a:t>
            </a:r>
            <a:r>
              <a:rPr lang="hu-HU" sz="2100" err="1">
                <a:latin typeface="Arial"/>
                <a:ea typeface="+mn-lt"/>
                <a:cs typeface="+mn-lt"/>
              </a:rPr>
              <a:t>usability</a:t>
            </a:r>
            <a:r>
              <a:rPr lang="hu-HU" sz="2100">
                <a:latin typeface="Arial"/>
                <a:ea typeface="+mn-lt"/>
                <a:cs typeface="+mn-lt"/>
              </a:rPr>
              <a:t> testing, and more</a:t>
            </a:r>
            <a:endParaRPr lang="hu-HU" sz="2100">
              <a:latin typeface="Arial"/>
            </a:endParaRPr>
          </a:p>
        </p:txBody>
      </p:sp>
    </p:spTree>
    <p:extLst>
      <p:ext uri="{BB962C8B-B14F-4D97-AF65-F5344CB8AC3E}">
        <p14:creationId xmlns:p14="http://schemas.microsoft.com/office/powerpoint/2010/main" val="3869223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18762B60-C601-B011-C7F5-61A11827A459}"/>
              </a:ext>
            </a:extLst>
          </p:cNvPr>
          <p:cNvSpPr>
            <a:spLocks noGrp="1"/>
          </p:cNvSpPr>
          <p:nvPr>
            <p:ph idx="1"/>
          </p:nvPr>
        </p:nvSpPr>
        <p:spPr>
          <a:xfrm>
            <a:off x="838200" y="375709"/>
            <a:ext cx="10515600" cy="5801254"/>
          </a:xfrm>
        </p:spPr>
        <p:txBody>
          <a:bodyPr vert="horz" lIns="91440" tIns="45720" rIns="91440" bIns="45720" rtlCol="0" anchor="t">
            <a:normAutofit/>
          </a:bodyPr>
          <a:lstStyle/>
          <a:p>
            <a:pPr marL="0" indent="0">
              <a:buNone/>
            </a:pPr>
            <a:r>
              <a:rPr lang="hu-HU" sz="3200" err="1">
                <a:solidFill>
                  <a:schemeClr val="accent1"/>
                </a:solidFill>
                <a:latin typeface="Arial"/>
                <a:ea typeface="+mn-lt"/>
                <a:cs typeface="+mn-lt"/>
              </a:rPr>
              <a:t>Stages</a:t>
            </a:r>
            <a:r>
              <a:rPr lang="hu-HU" sz="3200">
                <a:solidFill>
                  <a:schemeClr val="accent1"/>
                </a:solidFill>
                <a:latin typeface="Arial"/>
                <a:ea typeface="+mn-lt"/>
                <a:cs typeface="+mn-lt"/>
              </a:rPr>
              <a:t> of System Testing</a:t>
            </a:r>
            <a:endParaRPr lang="hu-HU">
              <a:solidFill>
                <a:schemeClr val="accent1"/>
              </a:solidFill>
            </a:endParaRPr>
          </a:p>
          <a:p>
            <a:r>
              <a:rPr lang="hu-HU" sz="2400" err="1">
                <a:latin typeface="Arial"/>
                <a:ea typeface="+mn-lt"/>
                <a:cs typeface="+mn-lt"/>
              </a:rPr>
              <a:t>Typically</a:t>
            </a:r>
            <a:r>
              <a:rPr lang="hu-HU" sz="2400">
                <a:latin typeface="Arial"/>
                <a:ea typeface="+mn-lt"/>
                <a:cs typeface="+mn-lt"/>
              </a:rPr>
              <a:t>, </a:t>
            </a:r>
            <a:r>
              <a:rPr lang="hu-HU" sz="2400" err="1">
                <a:latin typeface="Arial"/>
                <a:ea typeface="+mn-lt"/>
                <a:cs typeface="+mn-lt"/>
              </a:rPr>
              <a:t>system</a:t>
            </a:r>
            <a:r>
              <a:rPr lang="hu-HU" sz="2400">
                <a:latin typeface="Arial"/>
                <a:ea typeface="+mn-lt"/>
                <a:cs typeface="+mn-lt"/>
              </a:rPr>
              <a:t> testing </a:t>
            </a:r>
            <a:r>
              <a:rPr lang="hu-HU" sz="2400" err="1">
                <a:latin typeface="Arial"/>
                <a:ea typeface="+mn-lt"/>
                <a:cs typeface="+mn-lt"/>
              </a:rPr>
              <a:t>goes</a:t>
            </a:r>
            <a:r>
              <a:rPr lang="hu-HU" sz="2400">
                <a:latin typeface="Arial"/>
                <a:ea typeface="+mn-lt"/>
                <a:cs typeface="+mn-lt"/>
              </a:rPr>
              <a:t> </a:t>
            </a:r>
            <a:r>
              <a:rPr lang="hu-HU" sz="2400" err="1">
                <a:latin typeface="Arial"/>
                <a:ea typeface="+mn-lt"/>
                <a:cs typeface="+mn-lt"/>
              </a:rPr>
              <a:t>through</a:t>
            </a:r>
            <a:r>
              <a:rPr lang="hu-HU" sz="2400">
                <a:latin typeface="Arial"/>
                <a:ea typeface="+mn-lt"/>
                <a:cs typeface="+mn-lt"/>
              </a:rPr>
              <a:t> </a:t>
            </a:r>
            <a:r>
              <a:rPr lang="hu-HU" sz="2400" err="1">
                <a:latin typeface="Arial"/>
                <a:ea typeface="+mn-lt"/>
                <a:cs typeface="+mn-lt"/>
              </a:rPr>
              <a:t>the</a:t>
            </a:r>
            <a:r>
              <a:rPr lang="hu-HU" sz="2400">
                <a:latin typeface="Arial"/>
                <a:ea typeface="+mn-lt"/>
                <a:cs typeface="+mn-lt"/>
              </a:rPr>
              <a:t> </a:t>
            </a:r>
            <a:r>
              <a:rPr lang="hu-HU" sz="2400" err="1">
                <a:latin typeface="Arial"/>
                <a:ea typeface="+mn-lt"/>
                <a:cs typeface="+mn-lt"/>
              </a:rPr>
              <a:t>following</a:t>
            </a:r>
            <a:r>
              <a:rPr lang="hu-HU" sz="2400">
                <a:latin typeface="Arial"/>
                <a:ea typeface="+mn-lt"/>
                <a:cs typeface="+mn-lt"/>
              </a:rPr>
              <a:t> </a:t>
            </a:r>
            <a:r>
              <a:rPr lang="hu-HU" sz="2400" err="1">
                <a:latin typeface="Arial"/>
                <a:ea typeface="+mn-lt"/>
                <a:cs typeface="+mn-lt"/>
              </a:rPr>
              <a:t>stages</a:t>
            </a:r>
            <a:r>
              <a:rPr lang="hu-HU" sz="2400">
                <a:latin typeface="Arial"/>
                <a:ea typeface="+mn-lt"/>
                <a:cs typeface="+mn-lt"/>
              </a:rPr>
              <a:t>:</a:t>
            </a:r>
            <a:endParaRPr lang="hu-HU"/>
          </a:p>
          <a:p>
            <a:pPr lvl="1" indent="-285750">
              <a:buFont typeface="Courier New" panose="020B0604020202020204" pitchFamily="34" charset="0"/>
              <a:buChar char="o"/>
            </a:pPr>
            <a:r>
              <a:rPr lang="hu-HU" b="1">
                <a:latin typeface="Arial"/>
                <a:ea typeface="+mn-lt"/>
                <a:cs typeface="+mn-lt"/>
              </a:rPr>
              <a:t>Test </a:t>
            </a:r>
            <a:r>
              <a:rPr lang="hu-HU" b="1" err="1">
                <a:latin typeface="Arial"/>
                <a:ea typeface="+mn-lt"/>
                <a:cs typeface="+mn-lt"/>
              </a:rPr>
              <a:t>environment</a:t>
            </a:r>
            <a:r>
              <a:rPr lang="hu-HU">
                <a:latin typeface="Arial"/>
                <a:ea typeface="+mn-lt"/>
                <a:cs typeface="+mn-lt"/>
              </a:rPr>
              <a:t>. In </a:t>
            </a:r>
            <a:r>
              <a:rPr lang="hu-HU" err="1">
                <a:latin typeface="Arial"/>
                <a:ea typeface="+mn-lt"/>
                <a:cs typeface="+mn-lt"/>
              </a:rPr>
              <a:t>this</a:t>
            </a:r>
            <a:r>
              <a:rPr lang="hu-HU">
                <a:latin typeface="Arial"/>
                <a:ea typeface="+mn-lt"/>
                <a:cs typeface="+mn-lt"/>
              </a:rPr>
              <a:t> </a:t>
            </a:r>
            <a:r>
              <a:rPr lang="hu-HU" err="1">
                <a:latin typeface="Arial"/>
                <a:ea typeface="+mn-lt"/>
                <a:cs typeface="+mn-lt"/>
              </a:rPr>
              <a:t>initial</a:t>
            </a:r>
            <a:r>
              <a:rPr lang="hu-HU">
                <a:latin typeface="Arial"/>
                <a:ea typeface="+mn-lt"/>
                <a:cs typeface="+mn-lt"/>
              </a:rPr>
              <a:t> </a:t>
            </a:r>
            <a:r>
              <a:rPr lang="hu-HU" err="1">
                <a:latin typeface="Arial"/>
                <a:ea typeface="+mn-lt"/>
                <a:cs typeface="+mn-lt"/>
              </a:rPr>
              <a:t>stage</a:t>
            </a:r>
            <a:r>
              <a:rPr lang="hu-HU">
                <a:latin typeface="Arial"/>
                <a:ea typeface="+mn-lt"/>
                <a:cs typeface="+mn-lt"/>
              </a:rPr>
              <a:t>, a test server is </a:t>
            </a:r>
            <a:r>
              <a:rPr lang="hu-HU" err="1">
                <a:latin typeface="Arial"/>
                <a:ea typeface="+mn-lt"/>
                <a:cs typeface="+mn-lt"/>
              </a:rPr>
              <a:t>set</a:t>
            </a:r>
            <a:r>
              <a:rPr lang="hu-HU">
                <a:latin typeface="Arial"/>
                <a:ea typeface="+mn-lt"/>
                <a:cs typeface="+mn-lt"/>
              </a:rPr>
              <a:t> </a:t>
            </a:r>
            <a:r>
              <a:rPr lang="hu-HU" err="1">
                <a:latin typeface="Arial"/>
                <a:ea typeface="+mn-lt"/>
                <a:cs typeface="+mn-lt"/>
              </a:rPr>
              <a:t>up</a:t>
            </a:r>
            <a:r>
              <a:rPr lang="hu-HU">
                <a:latin typeface="Arial"/>
                <a:ea typeface="+mn-lt"/>
                <a:cs typeface="+mn-lt"/>
              </a:rPr>
              <a:t> </a:t>
            </a:r>
            <a:r>
              <a:rPr lang="hu-HU" err="1">
                <a:latin typeface="Arial"/>
                <a:ea typeface="+mn-lt"/>
                <a:cs typeface="+mn-lt"/>
              </a:rPr>
              <a:t>for</a:t>
            </a:r>
            <a:r>
              <a:rPr lang="hu-HU">
                <a:latin typeface="Arial"/>
                <a:ea typeface="+mn-lt"/>
                <a:cs typeface="+mn-lt"/>
              </a:rPr>
              <a:t> </a:t>
            </a:r>
            <a:r>
              <a:rPr lang="hu-HU" err="1">
                <a:latin typeface="Arial"/>
                <a:ea typeface="+mn-lt"/>
                <a:cs typeface="+mn-lt"/>
              </a:rPr>
              <a:t>creating</a:t>
            </a:r>
            <a:r>
              <a:rPr lang="hu-HU">
                <a:latin typeface="Arial"/>
                <a:ea typeface="+mn-lt"/>
                <a:cs typeface="+mn-lt"/>
              </a:rPr>
              <a:t> a testing </a:t>
            </a:r>
            <a:r>
              <a:rPr lang="hu-HU" err="1">
                <a:latin typeface="Arial"/>
                <a:ea typeface="+mn-lt"/>
                <a:cs typeface="+mn-lt"/>
              </a:rPr>
              <a:t>environment</a:t>
            </a:r>
            <a:r>
              <a:rPr lang="hu-HU">
                <a:latin typeface="Arial"/>
                <a:ea typeface="+mn-lt"/>
                <a:cs typeface="+mn-lt"/>
              </a:rPr>
              <a:t>, </a:t>
            </a:r>
            <a:r>
              <a:rPr lang="hu-HU" err="1">
                <a:latin typeface="Arial"/>
                <a:ea typeface="+mn-lt"/>
                <a:cs typeface="+mn-lt"/>
              </a:rPr>
              <a:t>which</a:t>
            </a:r>
            <a:r>
              <a:rPr lang="hu-HU">
                <a:latin typeface="Arial"/>
                <a:ea typeface="+mn-lt"/>
                <a:cs typeface="+mn-lt"/>
              </a:rPr>
              <a:t> </a:t>
            </a:r>
            <a:r>
              <a:rPr lang="hu-HU" err="1">
                <a:latin typeface="Arial"/>
                <a:ea typeface="+mn-lt"/>
                <a:cs typeface="+mn-lt"/>
              </a:rPr>
              <a:t>enables</a:t>
            </a:r>
            <a:r>
              <a:rPr lang="hu-HU">
                <a:latin typeface="Arial"/>
                <a:ea typeface="+mn-lt"/>
                <a:cs typeface="+mn-lt"/>
              </a:rPr>
              <a:t> a </a:t>
            </a:r>
            <a:r>
              <a:rPr lang="hu-HU" err="1">
                <a:latin typeface="Arial"/>
                <a:ea typeface="+mn-lt"/>
                <a:cs typeface="+mn-lt"/>
              </a:rPr>
              <a:t>tester</a:t>
            </a:r>
            <a:r>
              <a:rPr lang="hu-HU">
                <a:latin typeface="Arial"/>
                <a:ea typeface="+mn-lt"/>
                <a:cs typeface="+mn-lt"/>
              </a:rPr>
              <a:t> </a:t>
            </a:r>
            <a:r>
              <a:rPr lang="hu-HU" err="1">
                <a:latin typeface="Arial"/>
                <a:ea typeface="+mn-lt"/>
                <a:cs typeface="+mn-lt"/>
              </a:rPr>
              <a:t>to</a:t>
            </a:r>
            <a:r>
              <a:rPr lang="hu-HU">
                <a:latin typeface="Arial"/>
                <a:ea typeface="+mn-lt"/>
                <a:cs typeface="+mn-lt"/>
              </a:rPr>
              <a:t> </a:t>
            </a:r>
            <a:r>
              <a:rPr lang="hu-HU" err="1">
                <a:latin typeface="Arial"/>
                <a:ea typeface="+mn-lt"/>
                <a:cs typeface="+mn-lt"/>
              </a:rPr>
              <a:t>run</a:t>
            </a:r>
            <a:r>
              <a:rPr lang="hu-HU">
                <a:latin typeface="Arial"/>
                <a:ea typeface="+mn-lt"/>
                <a:cs typeface="+mn-lt"/>
              </a:rPr>
              <a:t> a </a:t>
            </a:r>
            <a:r>
              <a:rPr lang="hu-HU" err="1">
                <a:latin typeface="Arial"/>
                <a:ea typeface="+mn-lt"/>
                <a:cs typeface="+mn-lt"/>
              </a:rPr>
              <a:t>set</a:t>
            </a:r>
            <a:r>
              <a:rPr lang="hu-HU">
                <a:latin typeface="Arial"/>
                <a:ea typeface="+mn-lt"/>
                <a:cs typeface="+mn-lt"/>
              </a:rPr>
              <a:t> of </a:t>
            </a:r>
            <a:r>
              <a:rPr lang="hu-HU" err="1">
                <a:latin typeface="Arial"/>
                <a:ea typeface="+mn-lt"/>
                <a:cs typeface="+mn-lt"/>
              </a:rPr>
              <a:t>predefined</a:t>
            </a:r>
            <a:r>
              <a:rPr lang="hu-HU">
                <a:latin typeface="Arial"/>
                <a:ea typeface="+mn-lt"/>
                <a:cs typeface="+mn-lt"/>
              </a:rPr>
              <a:t> test </a:t>
            </a:r>
            <a:r>
              <a:rPr lang="hu-HU" err="1">
                <a:latin typeface="Arial"/>
                <a:ea typeface="+mn-lt"/>
                <a:cs typeface="+mn-lt"/>
              </a:rPr>
              <a:t>cases</a:t>
            </a:r>
            <a:r>
              <a:rPr lang="hu-HU">
                <a:latin typeface="Arial"/>
                <a:ea typeface="+mn-lt"/>
                <a:cs typeface="+mn-lt"/>
              </a:rPr>
              <a:t> and test scripts.</a:t>
            </a:r>
            <a:endParaRPr lang="hu-HU">
              <a:latin typeface="Arial"/>
              <a:cs typeface="Arial"/>
            </a:endParaRPr>
          </a:p>
          <a:p>
            <a:pPr lvl="1" indent="-285750">
              <a:buFont typeface="Courier New" panose="020B0604020202020204" pitchFamily="34" charset="0"/>
              <a:buChar char="o"/>
            </a:pPr>
            <a:r>
              <a:rPr lang="hu-HU" b="1">
                <a:latin typeface="Arial"/>
                <a:ea typeface="+mn-lt"/>
                <a:cs typeface="+mn-lt"/>
              </a:rPr>
              <a:t>Test </a:t>
            </a:r>
            <a:r>
              <a:rPr lang="hu-HU" b="1" err="1">
                <a:latin typeface="Arial"/>
                <a:ea typeface="+mn-lt"/>
                <a:cs typeface="+mn-lt"/>
              </a:rPr>
              <a:t>case</a:t>
            </a:r>
            <a:r>
              <a:rPr lang="hu-HU">
                <a:latin typeface="Arial"/>
                <a:ea typeface="+mn-lt"/>
                <a:cs typeface="+mn-lt"/>
              </a:rPr>
              <a:t>. </a:t>
            </a:r>
            <a:r>
              <a:rPr lang="hu-HU" err="1">
                <a:latin typeface="Arial"/>
                <a:ea typeface="+mn-lt"/>
                <a:cs typeface="+mn-lt"/>
              </a:rPr>
              <a:t>This</a:t>
            </a:r>
            <a:r>
              <a:rPr lang="hu-HU">
                <a:latin typeface="Arial"/>
                <a:ea typeface="+mn-lt"/>
                <a:cs typeface="+mn-lt"/>
              </a:rPr>
              <a:t> </a:t>
            </a:r>
            <a:r>
              <a:rPr lang="hu-HU" err="1">
                <a:latin typeface="Arial"/>
                <a:ea typeface="+mn-lt"/>
                <a:cs typeface="+mn-lt"/>
              </a:rPr>
              <a:t>stage</a:t>
            </a:r>
            <a:r>
              <a:rPr lang="hu-HU">
                <a:latin typeface="Arial"/>
                <a:ea typeface="+mn-lt"/>
                <a:cs typeface="+mn-lt"/>
              </a:rPr>
              <a:t> </a:t>
            </a:r>
            <a:r>
              <a:rPr lang="hu-HU" err="1">
                <a:latin typeface="Arial"/>
                <a:ea typeface="+mn-lt"/>
                <a:cs typeface="+mn-lt"/>
              </a:rPr>
              <a:t>generates</a:t>
            </a:r>
            <a:r>
              <a:rPr lang="hu-HU">
                <a:latin typeface="Arial"/>
                <a:ea typeface="+mn-lt"/>
                <a:cs typeface="+mn-lt"/>
              </a:rPr>
              <a:t> </a:t>
            </a:r>
            <a:r>
              <a:rPr lang="hu-HU" err="1">
                <a:latin typeface="Arial"/>
                <a:ea typeface="+mn-lt"/>
                <a:cs typeface="+mn-lt"/>
              </a:rPr>
              <a:t>the</a:t>
            </a:r>
            <a:r>
              <a:rPr lang="hu-HU">
                <a:latin typeface="Arial"/>
                <a:ea typeface="+mn-lt"/>
                <a:cs typeface="+mn-lt"/>
              </a:rPr>
              <a:t> test </a:t>
            </a:r>
            <a:r>
              <a:rPr lang="hu-HU" err="1">
                <a:latin typeface="Arial"/>
                <a:ea typeface="+mn-lt"/>
                <a:cs typeface="+mn-lt"/>
              </a:rPr>
              <a:t>case</a:t>
            </a:r>
            <a:r>
              <a:rPr lang="hu-HU">
                <a:latin typeface="Arial"/>
                <a:ea typeface="+mn-lt"/>
                <a:cs typeface="+mn-lt"/>
              </a:rPr>
              <a:t> </a:t>
            </a:r>
            <a:r>
              <a:rPr lang="hu-HU" err="1">
                <a:latin typeface="Arial"/>
                <a:ea typeface="+mn-lt"/>
                <a:cs typeface="+mn-lt"/>
              </a:rPr>
              <a:t>for</a:t>
            </a:r>
            <a:r>
              <a:rPr lang="hu-HU">
                <a:latin typeface="Arial"/>
                <a:ea typeface="+mn-lt"/>
                <a:cs typeface="+mn-lt"/>
              </a:rPr>
              <a:t> </a:t>
            </a:r>
            <a:r>
              <a:rPr lang="hu-HU" err="1">
                <a:latin typeface="Arial"/>
                <a:ea typeface="+mn-lt"/>
                <a:cs typeface="+mn-lt"/>
              </a:rPr>
              <a:t>the</a:t>
            </a:r>
            <a:r>
              <a:rPr lang="hu-HU">
                <a:latin typeface="Arial"/>
                <a:ea typeface="+mn-lt"/>
                <a:cs typeface="+mn-lt"/>
              </a:rPr>
              <a:t> testing </a:t>
            </a:r>
            <a:r>
              <a:rPr lang="hu-HU" err="1">
                <a:latin typeface="Arial"/>
                <a:ea typeface="+mn-lt"/>
                <a:cs typeface="+mn-lt"/>
              </a:rPr>
              <a:t>process</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a:latin typeface="Arial"/>
                <a:ea typeface="+mn-lt"/>
                <a:cs typeface="+mn-lt"/>
              </a:rPr>
              <a:t>Test </a:t>
            </a:r>
            <a:r>
              <a:rPr lang="hu-HU" b="1" err="1">
                <a:latin typeface="Arial"/>
                <a:ea typeface="+mn-lt"/>
                <a:cs typeface="+mn-lt"/>
              </a:rPr>
              <a:t>data</a:t>
            </a:r>
            <a:r>
              <a:rPr lang="hu-HU">
                <a:latin typeface="Arial"/>
                <a:ea typeface="+mn-lt"/>
                <a:cs typeface="+mn-lt"/>
              </a:rPr>
              <a:t>. </a:t>
            </a:r>
            <a:r>
              <a:rPr lang="hu-HU" err="1">
                <a:latin typeface="Arial"/>
                <a:ea typeface="+mn-lt"/>
                <a:cs typeface="+mn-lt"/>
              </a:rPr>
              <a:t>At</a:t>
            </a:r>
            <a:r>
              <a:rPr lang="hu-HU">
                <a:latin typeface="Arial"/>
                <a:ea typeface="+mn-lt"/>
                <a:cs typeface="+mn-lt"/>
              </a:rPr>
              <a:t> </a:t>
            </a:r>
            <a:r>
              <a:rPr lang="hu-HU" err="1">
                <a:latin typeface="Arial"/>
                <a:ea typeface="+mn-lt"/>
                <a:cs typeface="+mn-lt"/>
              </a:rPr>
              <a:t>this</a:t>
            </a:r>
            <a:r>
              <a:rPr lang="hu-HU">
                <a:latin typeface="Arial"/>
                <a:ea typeface="+mn-lt"/>
                <a:cs typeface="+mn-lt"/>
              </a:rPr>
              <a:t> </a:t>
            </a:r>
            <a:r>
              <a:rPr lang="hu-HU" err="1">
                <a:latin typeface="Arial"/>
                <a:ea typeface="+mn-lt"/>
                <a:cs typeface="+mn-lt"/>
              </a:rPr>
              <a:t>stage</a:t>
            </a:r>
            <a:r>
              <a:rPr lang="hu-HU">
                <a:latin typeface="Arial"/>
                <a:ea typeface="+mn-lt"/>
                <a:cs typeface="+mn-lt"/>
              </a:rPr>
              <a:t>, </a:t>
            </a:r>
            <a:r>
              <a:rPr lang="hu-HU" err="1">
                <a:latin typeface="Arial"/>
                <a:ea typeface="+mn-lt"/>
                <a:cs typeface="+mn-lt"/>
              </a:rPr>
              <a:t>the</a:t>
            </a:r>
            <a:r>
              <a:rPr lang="hu-HU">
                <a:latin typeface="Arial"/>
                <a:ea typeface="+mn-lt"/>
                <a:cs typeface="+mn-lt"/>
              </a:rPr>
              <a:t> </a:t>
            </a:r>
            <a:r>
              <a:rPr lang="hu-HU" err="1">
                <a:latin typeface="Arial"/>
                <a:ea typeface="+mn-lt"/>
                <a:cs typeface="+mn-lt"/>
              </a:rPr>
              <a:t>data</a:t>
            </a:r>
            <a:r>
              <a:rPr lang="hu-HU">
                <a:latin typeface="Arial"/>
                <a:ea typeface="+mn-lt"/>
                <a:cs typeface="+mn-lt"/>
              </a:rPr>
              <a:t> </a:t>
            </a:r>
            <a:r>
              <a:rPr lang="hu-HU" err="1">
                <a:latin typeface="Arial"/>
                <a:ea typeface="+mn-lt"/>
                <a:cs typeface="+mn-lt"/>
              </a:rPr>
              <a:t>to</a:t>
            </a:r>
            <a:r>
              <a:rPr lang="hu-HU">
                <a:latin typeface="Arial"/>
                <a:ea typeface="+mn-lt"/>
                <a:cs typeface="+mn-lt"/>
              </a:rPr>
              <a:t> be tested is </a:t>
            </a:r>
            <a:r>
              <a:rPr lang="hu-HU" err="1">
                <a:latin typeface="Arial"/>
                <a:ea typeface="+mn-lt"/>
                <a:cs typeface="+mn-lt"/>
              </a:rPr>
              <a:t>generated</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a:latin typeface="Arial"/>
                <a:ea typeface="+mn-lt"/>
                <a:cs typeface="+mn-lt"/>
              </a:rPr>
              <a:t>Test </a:t>
            </a:r>
            <a:r>
              <a:rPr lang="hu-HU" b="1" err="1">
                <a:latin typeface="Arial"/>
                <a:ea typeface="+mn-lt"/>
                <a:cs typeface="+mn-lt"/>
              </a:rPr>
              <a:t>case</a:t>
            </a:r>
            <a:r>
              <a:rPr lang="hu-HU" b="1">
                <a:latin typeface="Arial"/>
                <a:ea typeface="+mn-lt"/>
                <a:cs typeface="+mn-lt"/>
              </a:rPr>
              <a:t> </a:t>
            </a:r>
            <a:r>
              <a:rPr lang="hu-HU" b="1" err="1">
                <a:latin typeface="Arial"/>
                <a:ea typeface="+mn-lt"/>
                <a:cs typeface="+mn-lt"/>
              </a:rPr>
              <a:t>execution</a:t>
            </a:r>
            <a:r>
              <a:rPr lang="hu-HU">
                <a:latin typeface="Arial"/>
                <a:ea typeface="+mn-lt"/>
                <a:cs typeface="+mn-lt"/>
              </a:rPr>
              <a:t>. </a:t>
            </a:r>
            <a:r>
              <a:rPr lang="hu-HU" err="1">
                <a:latin typeface="Arial"/>
                <a:ea typeface="+mn-lt"/>
                <a:cs typeface="+mn-lt"/>
              </a:rPr>
              <a:t>Once</a:t>
            </a:r>
            <a:r>
              <a:rPr lang="hu-HU">
                <a:latin typeface="Arial"/>
                <a:ea typeface="+mn-lt"/>
                <a:cs typeface="+mn-lt"/>
              </a:rPr>
              <a:t> </a:t>
            </a:r>
            <a:r>
              <a:rPr lang="hu-HU" err="1">
                <a:latin typeface="Arial"/>
                <a:ea typeface="+mn-lt"/>
                <a:cs typeface="+mn-lt"/>
              </a:rPr>
              <a:t>the</a:t>
            </a:r>
            <a:r>
              <a:rPr lang="hu-HU">
                <a:latin typeface="Arial"/>
                <a:ea typeface="+mn-lt"/>
                <a:cs typeface="+mn-lt"/>
              </a:rPr>
              <a:t> test </a:t>
            </a:r>
            <a:r>
              <a:rPr lang="hu-HU" err="1">
                <a:latin typeface="Arial"/>
                <a:ea typeface="+mn-lt"/>
                <a:cs typeface="+mn-lt"/>
              </a:rPr>
              <a:t>case</a:t>
            </a:r>
            <a:r>
              <a:rPr lang="hu-HU">
                <a:latin typeface="Arial"/>
                <a:ea typeface="+mn-lt"/>
                <a:cs typeface="+mn-lt"/>
              </a:rPr>
              <a:t> and test </a:t>
            </a:r>
            <a:r>
              <a:rPr lang="hu-HU" err="1">
                <a:latin typeface="Arial"/>
                <a:ea typeface="+mn-lt"/>
                <a:cs typeface="+mn-lt"/>
              </a:rPr>
              <a:t>data</a:t>
            </a:r>
            <a:r>
              <a:rPr lang="hu-HU">
                <a:latin typeface="Arial"/>
                <a:ea typeface="+mn-lt"/>
                <a:cs typeface="+mn-lt"/>
              </a:rPr>
              <a:t> </a:t>
            </a:r>
            <a:r>
              <a:rPr lang="hu-HU" err="1">
                <a:latin typeface="Arial"/>
                <a:ea typeface="+mn-lt"/>
                <a:cs typeface="+mn-lt"/>
              </a:rPr>
              <a:t>are</a:t>
            </a:r>
            <a:r>
              <a:rPr lang="hu-HU">
                <a:latin typeface="Arial"/>
                <a:ea typeface="+mn-lt"/>
                <a:cs typeface="+mn-lt"/>
              </a:rPr>
              <a:t> </a:t>
            </a:r>
            <a:r>
              <a:rPr lang="hu-HU" err="1">
                <a:latin typeface="Arial"/>
                <a:ea typeface="+mn-lt"/>
                <a:cs typeface="+mn-lt"/>
              </a:rPr>
              <a:t>generated</a:t>
            </a:r>
            <a:r>
              <a:rPr lang="hu-HU">
                <a:latin typeface="Arial"/>
                <a:ea typeface="+mn-lt"/>
                <a:cs typeface="+mn-lt"/>
              </a:rPr>
              <a:t>, test </a:t>
            </a:r>
            <a:r>
              <a:rPr lang="hu-HU" err="1">
                <a:latin typeface="Arial"/>
                <a:ea typeface="+mn-lt"/>
                <a:cs typeface="+mn-lt"/>
              </a:rPr>
              <a:t>cases</a:t>
            </a:r>
            <a:r>
              <a:rPr lang="hu-HU">
                <a:latin typeface="Arial"/>
                <a:ea typeface="+mn-lt"/>
                <a:cs typeface="+mn-lt"/>
              </a:rPr>
              <a:t> </a:t>
            </a:r>
            <a:r>
              <a:rPr lang="hu-HU" err="1">
                <a:latin typeface="Arial"/>
                <a:ea typeface="+mn-lt"/>
                <a:cs typeface="+mn-lt"/>
              </a:rPr>
              <a:t>are</a:t>
            </a:r>
            <a:r>
              <a:rPr lang="hu-HU">
                <a:latin typeface="Arial"/>
                <a:ea typeface="+mn-lt"/>
                <a:cs typeface="+mn-lt"/>
              </a:rPr>
              <a:t> </a:t>
            </a:r>
            <a:r>
              <a:rPr lang="hu-HU" err="1">
                <a:latin typeface="Arial"/>
                <a:ea typeface="+mn-lt"/>
                <a:cs typeface="+mn-lt"/>
              </a:rPr>
              <a:t>executed</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err="1">
                <a:latin typeface="Arial"/>
                <a:ea typeface="+mn-lt"/>
                <a:cs typeface="+mn-lt"/>
              </a:rPr>
              <a:t>Reporting</a:t>
            </a:r>
            <a:r>
              <a:rPr lang="hu-HU" b="1">
                <a:latin typeface="Arial"/>
                <a:ea typeface="+mn-lt"/>
                <a:cs typeface="+mn-lt"/>
              </a:rPr>
              <a:t> of </a:t>
            </a:r>
            <a:r>
              <a:rPr lang="hu-HU" b="1" err="1">
                <a:latin typeface="Arial"/>
                <a:ea typeface="+mn-lt"/>
                <a:cs typeface="+mn-lt"/>
              </a:rPr>
              <a:t>defects</a:t>
            </a:r>
            <a:r>
              <a:rPr lang="hu-HU">
                <a:latin typeface="Arial"/>
                <a:ea typeface="+mn-lt"/>
                <a:cs typeface="+mn-lt"/>
              </a:rPr>
              <a:t>. </a:t>
            </a:r>
            <a:r>
              <a:rPr lang="hu-HU" err="1">
                <a:latin typeface="Arial"/>
                <a:ea typeface="+mn-lt"/>
                <a:cs typeface="+mn-lt"/>
              </a:rPr>
              <a:t>This</a:t>
            </a:r>
            <a:r>
              <a:rPr lang="hu-HU">
                <a:latin typeface="Arial"/>
                <a:ea typeface="+mn-lt"/>
                <a:cs typeface="+mn-lt"/>
              </a:rPr>
              <a:t> is </a:t>
            </a:r>
            <a:r>
              <a:rPr lang="hu-HU" err="1">
                <a:latin typeface="Arial"/>
                <a:ea typeface="+mn-lt"/>
                <a:cs typeface="+mn-lt"/>
              </a:rPr>
              <a:t>the</a:t>
            </a:r>
            <a:r>
              <a:rPr lang="hu-HU">
                <a:latin typeface="Arial"/>
                <a:ea typeface="+mn-lt"/>
                <a:cs typeface="+mn-lt"/>
              </a:rPr>
              <a:t> </a:t>
            </a:r>
            <a:r>
              <a:rPr lang="hu-HU" err="1">
                <a:latin typeface="Arial"/>
                <a:ea typeface="+mn-lt"/>
                <a:cs typeface="+mn-lt"/>
              </a:rPr>
              <a:t>stage</a:t>
            </a:r>
            <a:r>
              <a:rPr lang="hu-HU">
                <a:latin typeface="Arial"/>
                <a:ea typeface="+mn-lt"/>
                <a:cs typeface="+mn-lt"/>
              </a:rPr>
              <a:t> </a:t>
            </a:r>
            <a:r>
              <a:rPr lang="hu-HU" err="1">
                <a:latin typeface="Arial"/>
                <a:ea typeface="+mn-lt"/>
                <a:cs typeface="+mn-lt"/>
              </a:rPr>
              <a:t>where</a:t>
            </a:r>
            <a:r>
              <a:rPr lang="hu-HU">
                <a:latin typeface="Arial"/>
                <a:ea typeface="+mn-lt"/>
                <a:cs typeface="+mn-lt"/>
              </a:rPr>
              <a:t> </a:t>
            </a:r>
            <a:r>
              <a:rPr lang="hu-HU" err="1">
                <a:latin typeface="Arial"/>
                <a:ea typeface="+mn-lt"/>
                <a:cs typeface="+mn-lt"/>
              </a:rPr>
              <a:t>defects</a:t>
            </a:r>
            <a:r>
              <a:rPr lang="hu-HU">
                <a:latin typeface="Arial"/>
                <a:ea typeface="+mn-lt"/>
                <a:cs typeface="+mn-lt"/>
              </a:rPr>
              <a:t> in </a:t>
            </a:r>
            <a:r>
              <a:rPr lang="hu-HU" err="1">
                <a:latin typeface="Arial"/>
                <a:ea typeface="+mn-lt"/>
                <a:cs typeface="+mn-lt"/>
              </a:rPr>
              <a:t>the</a:t>
            </a:r>
            <a:r>
              <a:rPr lang="hu-HU">
                <a:latin typeface="Arial"/>
                <a:ea typeface="+mn-lt"/>
                <a:cs typeface="+mn-lt"/>
              </a:rPr>
              <a:t> </a:t>
            </a:r>
            <a:r>
              <a:rPr lang="hu-HU" err="1">
                <a:latin typeface="Arial"/>
                <a:ea typeface="+mn-lt"/>
                <a:cs typeface="+mn-lt"/>
              </a:rPr>
              <a:t>system</a:t>
            </a:r>
            <a:r>
              <a:rPr lang="hu-HU">
                <a:latin typeface="Arial"/>
                <a:ea typeface="+mn-lt"/>
                <a:cs typeface="+mn-lt"/>
              </a:rPr>
              <a:t> </a:t>
            </a:r>
            <a:r>
              <a:rPr lang="hu-HU" err="1">
                <a:latin typeface="Arial"/>
                <a:ea typeface="+mn-lt"/>
                <a:cs typeface="+mn-lt"/>
              </a:rPr>
              <a:t>are</a:t>
            </a:r>
            <a:r>
              <a:rPr lang="hu-HU">
                <a:latin typeface="Arial"/>
                <a:ea typeface="+mn-lt"/>
                <a:cs typeface="+mn-lt"/>
              </a:rPr>
              <a:t> </a:t>
            </a:r>
            <a:r>
              <a:rPr lang="hu-HU" err="1">
                <a:latin typeface="Arial"/>
                <a:ea typeface="+mn-lt"/>
                <a:cs typeface="+mn-lt"/>
              </a:rPr>
              <a:t>identified</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err="1">
                <a:latin typeface="Arial"/>
                <a:ea typeface="+mn-lt"/>
                <a:cs typeface="+mn-lt"/>
              </a:rPr>
              <a:t>Regression</a:t>
            </a:r>
            <a:r>
              <a:rPr lang="hu-HU" b="1">
                <a:latin typeface="Arial"/>
                <a:ea typeface="+mn-lt"/>
                <a:cs typeface="+mn-lt"/>
              </a:rPr>
              <a:t> testing</a:t>
            </a:r>
            <a:r>
              <a:rPr lang="hu-HU">
                <a:latin typeface="Arial"/>
                <a:ea typeface="+mn-lt"/>
                <a:cs typeface="+mn-lt"/>
              </a:rPr>
              <a:t>. </a:t>
            </a:r>
            <a:r>
              <a:rPr lang="hu-HU" err="1">
                <a:latin typeface="Arial"/>
                <a:ea typeface="+mn-lt"/>
                <a:cs typeface="+mn-lt"/>
              </a:rPr>
              <a:t>This</a:t>
            </a:r>
            <a:r>
              <a:rPr lang="hu-HU">
                <a:latin typeface="Arial"/>
                <a:ea typeface="+mn-lt"/>
                <a:cs typeface="+mn-lt"/>
              </a:rPr>
              <a:t> is </a:t>
            </a:r>
            <a:r>
              <a:rPr lang="hu-HU" err="1">
                <a:latin typeface="Arial"/>
                <a:ea typeface="+mn-lt"/>
                <a:cs typeface="+mn-lt"/>
              </a:rPr>
              <a:t>done</a:t>
            </a:r>
            <a:r>
              <a:rPr lang="hu-HU">
                <a:latin typeface="Arial"/>
                <a:ea typeface="+mn-lt"/>
                <a:cs typeface="+mn-lt"/>
              </a:rPr>
              <a:t> </a:t>
            </a:r>
            <a:r>
              <a:rPr lang="hu-HU" err="1">
                <a:latin typeface="Arial"/>
                <a:ea typeface="+mn-lt"/>
                <a:cs typeface="+mn-lt"/>
              </a:rPr>
              <a:t>to</a:t>
            </a:r>
            <a:r>
              <a:rPr lang="hu-HU">
                <a:latin typeface="Arial"/>
                <a:ea typeface="+mn-lt"/>
                <a:cs typeface="+mn-lt"/>
              </a:rPr>
              <a:t> </a:t>
            </a:r>
            <a:r>
              <a:rPr lang="hu-HU" err="1">
                <a:latin typeface="Arial"/>
                <a:ea typeface="+mn-lt"/>
                <a:cs typeface="+mn-lt"/>
              </a:rPr>
              <a:t>see</a:t>
            </a:r>
            <a:r>
              <a:rPr lang="hu-HU">
                <a:latin typeface="Arial"/>
                <a:ea typeface="+mn-lt"/>
                <a:cs typeface="+mn-lt"/>
              </a:rPr>
              <a:t> </a:t>
            </a:r>
            <a:r>
              <a:rPr lang="hu-HU" err="1">
                <a:latin typeface="Arial"/>
                <a:ea typeface="+mn-lt"/>
                <a:cs typeface="+mn-lt"/>
              </a:rPr>
              <a:t>if</a:t>
            </a:r>
            <a:r>
              <a:rPr lang="hu-HU">
                <a:latin typeface="Arial"/>
                <a:ea typeface="+mn-lt"/>
                <a:cs typeface="+mn-lt"/>
              </a:rPr>
              <a:t> </a:t>
            </a:r>
            <a:r>
              <a:rPr lang="hu-HU" err="1">
                <a:latin typeface="Arial"/>
                <a:ea typeface="+mn-lt"/>
                <a:cs typeface="+mn-lt"/>
              </a:rPr>
              <a:t>any</a:t>
            </a:r>
            <a:r>
              <a:rPr lang="hu-HU">
                <a:latin typeface="Arial"/>
                <a:ea typeface="+mn-lt"/>
                <a:cs typeface="+mn-lt"/>
              </a:rPr>
              <a:t> </a:t>
            </a:r>
            <a:r>
              <a:rPr lang="hu-HU" err="1">
                <a:latin typeface="Arial"/>
                <a:ea typeface="+mn-lt"/>
                <a:cs typeface="+mn-lt"/>
              </a:rPr>
              <a:t>problems</a:t>
            </a:r>
            <a:r>
              <a:rPr lang="hu-HU">
                <a:latin typeface="Arial"/>
                <a:ea typeface="+mn-lt"/>
                <a:cs typeface="+mn-lt"/>
              </a:rPr>
              <a:t> </a:t>
            </a:r>
            <a:r>
              <a:rPr lang="hu-HU" err="1">
                <a:latin typeface="Arial"/>
                <a:ea typeface="+mn-lt"/>
                <a:cs typeface="+mn-lt"/>
              </a:rPr>
              <a:t>were</a:t>
            </a:r>
            <a:r>
              <a:rPr lang="hu-HU">
                <a:latin typeface="Arial"/>
                <a:ea typeface="+mn-lt"/>
                <a:cs typeface="+mn-lt"/>
              </a:rPr>
              <a:t> </a:t>
            </a:r>
            <a:r>
              <a:rPr lang="hu-HU" err="1">
                <a:latin typeface="Arial"/>
                <a:ea typeface="+mn-lt"/>
                <a:cs typeface="+mn-lt"/>
              </a:rPr>
              <a:t>introduced</a:t>
            </a:r>
            <a:r>
              <a:rPr lang="hu-HU">
                <a:latin typeface="Arial"/>
                <a:ea typeface="+mn-lt"/>
                <a:cs typeface="+mn-lt"/>
              </a:rPr>
              <a:t> </a:t>
            </a:r>
            <a:r>
              <a:rPr lang="hu-HU" err="1">
                <a:latin typeface="Arial"/>
                <a:ea typeface="+mn-lt"/>
                <a:cs typeface="+mn-lt"/>
              </a:rPr>
              <a:t>into</a:t>
            </a:r>
            <a:r>
              <a:rPr lang="hu-HU">
                <a:latin typeface="Arial"/>
                <a:ea typeface="+mn-lt"/>
                <a:cs typeface="+mn-lt"/>
              </a:rPr>
              <a:t> </a:t>
            </a:r>
            <a:r>
              <a:rPr lang="hu-HU" err="1">
                <a:latin typeface="Arial"/>
                <a:ea typeface="+mn-lt"/>
                <a:cs typeface="+mn-lt"/>
              </a:rPr>
              <a:t>the</a:t>
            </a:r>
            <a:r>
              <a:rPr lang="hu-HU">
                <a:latin typeface="Arial"/>
                <a:ea typeface="+mn-lt"/>
                <a:cs typeface="+mn-lt"/>
              </a:rPr>
              <a:t> </a:t>
            </a:r>
            <a:r>
              <a:rPr lang="hu-HU" err="1">
                <a:latin typeface="Arial"/>
                <a:ea typeface="+mn-lt"/>
                <a:cs typeface="+mn-lt"/>
              </a:rPr>
              <a:t>development</a:t>
            </a:r>
            <a:r>
              <a:rPr lang="hu-HU">
                <a:latin typeface="Arial"/>
                <a:ea typeface="+mn-lt"/>
                <a:cs typeface="+mn-lt"/>
              </a:rPr>
              <a:t> </a:t>
            </a:r>
            <a:r>
              <a:rPr lang="hu-HU" err="1">
                <a:latin typeface="Arial"/>
                <a:ea typeface="+mn-lt"/>
                <a:cs typeface="+mn-lt"/>
              </a:rPr>
              <a:t>process</a:t>
            </a:r>
            <a:r>
              <a:rPr lang="hu-HU">
                <a:latin typeface="Arial"/>
                <a:ea typeface="+mn-lt"/>
                <a:cs typeface="+mn-lt"/>
              </a:rPr>
              <a:t> </a:t>
            </a:r>
            <a:r>
              <a:rPr lang="hu-HU" err="1">
                <a:latin typeface="Arial"/>
                <a:ea typeface="+mn-lt"/>
                <a:cs typeface="+mn-lt"/>
              </a:rPr>
              <a:t>by</a:t>
            </a:r>
            <a:r>
              <a:rPr lang="hu-HU">
                <a:latin typeface="Arial"/>
                <a:ea typeface="+mn-lt"/>
                <a:cs typeface="+mn-lt"/>
              </a:rPr>
              <a:t> </a:t>
            </a:r>
            <a:r>
              <a:rPr lang="hu-HU" err="1">
                <a:latin typeface="Arial"/>
                <a:ea typeface="+mn-lt"/>
                <a:cs typeface="+mn-lt"/>
              </a:rPr>
              <a:t>the</a:t>
            </a:r>
            <a:r>
              <a:rPr lang="hu-HU">
                <a:latin typeface="Arial"/>
                <a:ea typeface="+mn-lt"/>
                <a:cs typeface="+mn-lt"/>
              </a:rPr>
              <a:t> </a:t>
            </a:r>
            <a:r>
              <a:rPr lang="hu-HU" err="1">
                <a:latin typeface="Arial"/>
                <a:ea typeface="+mn-lt"/>
                <a:cs typeface="+mn-lt"/>
              </a:rPr>
              <a:t>previous</a:t>
            </a:r>
            <a:r>
              <a:rPr lang="hu-HU">
                <a:latin typeface="Arial"/>
                <a:ea typeface="+mn-lt"/>
                <a:cs typeface="+mn-lt"/>
              </a:rPr>
              <a:t> </a:t>
            </a:r>
            <a:r>
              <a:rPr lang="hu-HU" err="1">
                <a:latin typeface="Arial"/>
                <a:ea typeface="+mn-lt"/>
                <a:cs typeface="+mn-lt"/>
              </a:rPr>
              <a:t>stages</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err="1">
                <a:latin typeface="Arial"/>
                <a:ea typeface="+mn-lt"/>
                <a:cs typeface="+mn-lt"/>
              </a:rPr>
              <a:t>Defect</a:t>
            </a:r>
            <a:r>
              <a:rPr lang="hu-HU" b="1">
                <a:latin typeface="Arial"/>
                <a:ea typeface="+mn-lt"/>
                <a:cs typeface="+mn-lt"/>
              </a:rPr>
              <a:t> </a:t>
            </a:r>
            <a:r>
              <a:rPr lang="hu-HU" b="1" err="1">
                <a:latin typeface="Arial"/>
                <a:ea typeface="+mn-lt"/>
                <a:cs typeface="+mn-lt"/>
              </a:rPr>
              <a:t>logging</a:t>
            </a:r>
            <a:r>
              <a:rPr lang="hu-HU">
                <a:latin typeface="Arial"/>
                <a:ea typeface="+mn-lt"/>
                <a:cs typeface="+mn-lt"/>
              </a:rPr>
              <a:t>. </a:t>
            </a:r>
            <a:r>
              <a:rPr lang="hu-HU" err="1">
                <a:latin typeface="Arial"/>
                <a:ea typeface="+mn-lt"/>
                <a:cs typeface="+mn-lt"/>
              </a:rPr>
              <a:t>All</a:t>
            </a:r>
            <a:r>
              <a:rPr lang="hu-HU">
                <a:latin typeface="Arial"/>
                <a:ea typeface="+mn-lt"/>
                <a:cs typeface="+mn-lt"/>
              </a:rPr>
              <a:t> </a:t>
            </a:r>
            <a:r>
              <a:rPr lang="hu-HU" err="1">
                <a:latin typeface="Arial"/>
                <a:ea typeface="+mn-lt"/>
                <a:cs typeface="+mn-lt"/>
              </a:rPr>
              <a:t>the</a:t>
            </a:r>
            <a:r>
              <a:rPr lang="hu-HU">
                <a:latin typeface="Arial"/>
                <a:ea typeface="+mn-lt"/>
                <a:cs typeface="+mn-lt"/>
              </a:rPr>
              <a:t> </a:t>
            </a:r>
            <a:r>
              <a:rPr lang="hu-HU" err="1">
                <a:latin typeface="Arial"/>
                <a:ea typeface="+mn-lt"/>
                <a:cs typeface="+mn-lt"/>
              </a:rPr>
              <a:t>identified</a:t>
            </a:r>
            <a:r>
              <a:rPr lang="hu-HU">
                <a:latin typeface="Arial"/>
                <a:ea typeface="+mn-lt"/>
                <a:cs typeface="+mn-lt"/>
              </a:rPr>
              <a:t> </a:t>
            </a:r>
            <a:r>
              <a:rPr lang="hu-HU" err="1">
                <a:latin typeface="Arial"/>
                <a:ea typeface="+mn-lt"/>
                <a:cs typeface="+mn-lt"/>
              </a:rPr>
              <a:t>defects</a:t>
            </a:r>
            <a:r>
              <a:rPr lang="hu-HU">
                <a:latin typeface="Arial"/>
                <a:ea typeface="+mn-lt"/>
                <a:cs typeface="+mn-lt"/>
              </a:rPr>
              <a:t> </a:t>
            </a:r>
            <a:r>
              <a:rPr lang="hu-HU" err="1">
                <a:latin typeface="Arial"/>
                <a:ea typeface="+mn-lt"/>
                <a:cs typeface="+mn-lt"/>
              </a:rPr>
              <a:t>are</a:t>
            </a:r>
            <a:r>
              <a:rPr lang="hu-HU">
                <a:latin typeface="Arial"/>
                <a:ea typeface="+mn-lt"/>
                <a:cs typeface="+mn-lt"/>
              </a:rPr>
              <a:t> fixed </a:t>
            </a:r>
            <a:r>
              <a:rPr lang="hu-HU" err="1">
                <a:latin typeface="Arial"/>
                <a:ea typeface="+mn-lt"/>
                <a:cs typeface="+mn-lt"/>
              </a:rPr>
              <a:t>at</a:t>
            </a:r>
            <a:r>
              <a:rPr lang="hu-HU">
                <a:latin typeface="Arial"/>
                <a:ea typeface="+mn-lt"/>
                <a:cs typeface="+mn-lt"/>
              </a:rPr>
              <a:t> </a:t>
            </a:r>
            <a:r>
              <a:rPr lang="hu-HU" err="1">
                <a:latin typeface="Arial"/>
                <a:ea typeface="+mn-lt"/>
                <a:cs typeface="+mn-lt"/>
              </a:rPr>
              <a:t>this</a:t>
            </a:r>
            <a:r>
              <a:rPr lang="hu-HU">
                <a:latin typeface="Arial"/>
                <a:ea typeface="+mn-lt"/>
                <a:cs typeface="+mn-lt"/>
              </a:rPr>
              <a:t> </a:t>
            </a:r>
            <a:r>
              <a:rPr lang="hu-HU" err="1">
                <a:latin typeface="Arial"/>
                <a:ea typeface="+mn-lt"/>
                <a:cs typeface="+mn-lt"/>
              </a:rPr>
              <a:t>stage</a:t>
            </a:r>
            <a:r>
              <a:rPr lang="hu-HU">
                <a:latin typeface="Arial"/>
                <a:ea typeface="+mn-lt"/>
                <a:cs typeface="+mn-lt"/>
              </a:rPr>
              <a:t>.</a:t>
            </a:r>
            <a:endParaRPr lang="hu-HU">
              <a:latin typeface="Arial"/>
              <a:cs typeface="Arial"/>
            </a:endParaRPr>
          </a:p>
          <a:p>
            <a:pPr lvl="1" indent="-285750">
              <a:buFont typeface="Courier New" panose="020B0604020202020204" pitchFamily="34" charset="0"/>
              <a:buChar char="o"/>
            </a:pPr>
            <a:r>
              <a:rPr lang="hu-HU" b="1" err="1">
                <a:latin typeface="Arial"/>
                <a:ea typeface="+mn-lt"/>
                <a:cs typeface="+mn-lt"/>
              </a:rPr>
              <a:t>Retest</a:t>
            </a:r>
            <a:r>
              <a:rPr lang="hu-HU">
                <a:latin typeface="Arial"/>
                <a:ea typeface="+mn-lt"/>
                <a:cs typeface="+mn-lt"/>
              </a:rPr>
              <a:t>. A test is </a:t>
            </a:r>
            <a:r>
              <a:rPr lang="hu-HU" err="1">
                <a:latin typeface="Arial"/>
                <a:ea typeface="+mn-lt"/>
                <a:cs typeface="+mn-lt"/>
              </a:rPr>
              <a:t>repeated</a:t>
            </a:r>
            <a:r>
              <a:rPr lang="hu-HU">
                <a:latin typeface="Arial"/>
                <a:ea typeface="+mn-lt"/>
                <a:cs typeface="+mn-lt"/>
              </a:rPr>
              <a:t> </a:t>
            </a:r>
            <a:r>
              <a:rPr lang="hu-HU" err="1">
                <a:latin typeface="Arial"/>
                <a:ea typeface="+mn-lt"/>
                <a:cs typeface="+mn-lt"/>
              </a:rPr>
              <a:t>if</a:t>
            </a:r>
            <a:r>
              <a:rPr lang="hu-HU">
                <a:latin typeface="Arial"/>
                <a:ea typeface="+mn-lt"/>
                <a:cs typeface="+mn-lt"/>
              </a:rPr>
              <a:t> </a:t>
            </a:r>
            <a:r>
              <a:rPr lang="hu-HU" err="1">
                <a:latin typeface="Arial"/>
                <a:ea typeface="+mn-lt"/>
                <a:cs typeface="+mn-lt"/>
              </a:rPr>
              <a:t>it's</a:t>
            </a:r>
            <a:r>
              <a:rPr lang="hu-HU">
                <a:latin typeface="Arial"/>
                <a:ea typeface="+mn-lt"/>
                <a:cs typeface="+mn-lt"/>
              </a:rPr>
              <a:t> </a:t>
            </a:r>
            <a:r>
              <a:rPr lang="hu-HU" err="1">
                <a:latin typeface="Arial"/>
                <a:ea typeface="+mn-lt"/>
                <a:cs typeface="+mn-lt"/>
              </a:rPr>
              <a:t>unsuccessful</a:t>
            </a:r>
            <a:r>
              <a:rPr lang="hu-HU">
                <a:latin typeface="Arial"/>
                <a:ea typeface="+mn-lt"/>
                <a:cs typeface="+mn-lt"/>
              </a:rPr>
              <a:t>.</a:t>
            </a:r>
            <a:endParaRPr lang="hu-HU">
              <a:latin typeface="Arial"/>
              <a:cs typeface="Arial"/>
            </a:endParaRPr>
          </a:p>
        </p:txBody>
      </p:sp>
    </p:spTree>
    <p:extLst>
      <p:ext uri="{BB962C8B-B14F-4D97-AF65-F5344CB8AC3E}">
        <p14:creationId xmlns:p14="http://schemas.microsoft.com/office/powerpoint/2010/main" val="4192928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0E18C32-0466-635F-1116-88A3CAD96C21}"/>
              </a:ext>
            </a:extLst>
          </p:cNvPr>
          <p:cNvSpPr>
            <a:spLocks noGrp="1"/>
          </p:cNvSpPr>
          <p:nvPr>
            <p:ph type="title"/>
          </p:nvPr>
        </p:nvSpPr>
        <p:spPr>
          <a:xfrm>
            <a:off x="838200" y="-5292"/>
            <a:ext cx="10515600" cy="1325563"/>
          </a:xfrm>
        </p:spPr>
        <p:txBody>
          <a:bodyPr/>
          <a:lstStyle/>
          <a:p>
            <a:r>
              <a:rPr lang="hu-HU" sz="3200" err="1">
                <a:solidFill>
                  <a:schemeClr val="accent1"/>
                </a:solidFill>
                <a:latin typeface="Arial"/>
                <a:ea typeface="+mj-lt"/>
                <a:cs typeface="+mj-lt"/>
              </a:rPr>
              <a:t>Difference</a:t>
            </a:r>
            <a:r>
              <a:rPr lang="hu-HU" sz="3200">
                <a:solidFill>
                  <a:schemeClr val="accent1"/>
                </a:solidFill>
                <a:latin typeface="Arial"/>
                <a:ea typeface="+mj-lt"/>
                <a:cs typeface="+mj-lt"/>
              </a:rPr>
              <a:t> </a:t>
            </a:r>
            <a:r>
              <a:rPr lang="hu-HU" sz="3200" err="1">
                <a:solidFill>
                  <a:schemeClr val="accent1"/>
                </a:solidFill>
                <a:latin typeface="Arial"/>
                <a:ea typeface="+mj-lt"/>
                <a:cs typeface="+mj-lt"/>
              </a:rPr>
              <a:t>between</a:t>
            </a:r>
            <a:r>
              <a:rPr lang="hu-HU" sz="3200">
                <a:solidFill>
                  <a:schemeClr val="accent1"/>
                </a:solidFill>
                <a:latin typeface="Arial"/>
                <a:ea typeface="+mj-lt"/>
                <a:cs typeface="+mj-lt"/>
              </a:rPr>
              <a:t> Unit testing and </a:t>
            </a:r>
            <a:r>
              <a:rPr lang="hu-HU" sz="3200" err="1">
                <a:solidFill>
                  <a:schemeClr val="accent1"/>
                </a:solidFill>
                <a:latin typeface="Arial"/>
                <a:ea typeface="+mj-lt"/>
                <a:cs typeface="+mj-lt"/>
              </a:rPr>
              <a:t>Integration</a:t>
            </a:r>
            <a:r>
              <a:rPr lang="hu-HU" sz="3200">
                <a:solidFill>
                  <a:schemeClr val="accent1"/>
                </a:solidFill>
                <a:latin typeface="Arial"/>
                <a:ea typeface="+mj-lt"/>
                <a:cs typeface="+mj-lt"/>
              </a:rPr>
              <a:t> testing</a:t>
            </a:r>
            <a:endParaRPr lang="hu-HU" sz="3200">
              <a:solidFill>
                <a:schemeClr val="accent1"/>
              </a:solidFill>
              <a:latin typeface="Arial"/>
            </a:endParaRPr>
          </a:p>
        </p:txBody>
      </p:sp>
      <p:pic>
        <p:nvPicPr>
          <p:cNvPr id="4" name="Tartalom helye 3" descr="A képen szöveg, képernyőkép, Betűtípus, szám látható&#10;&#10;Automatikusan generált leírás">
            <a:extLst>
              <a:ext uri="{FF2B5EF4-FFF2-40B4-BE49-F238E27FC236}">
                <a16:creationId xmlns:a16="http://schemas.microsoft.com/office/drawing/2014/main" id="{B1630732-464B-0F34-9F4F-3F546F0CE032}"/>
              </a:ext>
            </a:extLst>
          </p:cNvPr>
          <p:cNvPicPr>
            <a:picLocks noGrp="1" noChangeAspect="1"/>
          </p:cNvPicPr>
          <p:nvPr>
            <p:ph idx="1"/>
          </p:nvPr>
        </p:nvPicPr>
        <p:blipFill>
          <a:blip r:embed="rId2"/>
          <a:stretch>
            <a:fillRect/>
          </a:stretch>
        </p:blipFill>
        <p:spPr>
          <a:xfrm>
            <a:off x="525462" y="1039020"/>
            <a:ext cx="10844741" cy="5310716"/>
          </a:xfrm>
        </p:spPr>
      </p:pic>
    </p:spTree>
    <p:extLst>
      <p:ext uri="{BB962C8B-B14F-4D97-AF65-F5344CB8AC3E}">
        <p14:creationId xmlns:p14="http://schemas.microsoft.com/office/powerpoint/2010/main" val="4093061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B9D9E36-60EF-BDC6-CE80-DC1FE5148E66}"/>
              </a:ext>
            </a:extLst>
          </p:cNvPr>
          <p:cNvSpPr>
            <a:spLocks noGrp="1"/>
          </p:cNvSpPr>
          <p:nvPr>
            <p:ph type="title"/>
          </p:nvPr>
        </p:nvSpPr>
        <p:spPr>
          <a:xfrm>
            <a:off x="838200" y="-5292"/>
            <a:ext cx="10515600" cy="1325563"/>
          </a:xfrm>
        </p:spPr>
        <p:txBody>
          <a:bodyPr/>
          <a:lstStyle/>
          <a:p>
            <a:r>
              <a:rPr lang="hu-HU" sz="3200" err="1">
                <a:solidFill>
                  <a:schemeClr val="accent1"/>
                </a:solidFill>
                <a:latin typeface="Arial"/>
                <a:ea typeface="+mj-lt"/>
                <a:cs typeface="+mj-lt"/>
              </a:rPr>
              <a:t>Difference</a:t>
            </a:r>
            <a:r>
              <a:rPr lang="hu-HU" sz="3200">
                <a:solidFill>
                  <a:schemeClr val="accent1"/>
                </a:solidFill>
                <a:latin typeface="Arial"/>
                <a:ea typeface="+mj-lt"/>
                <a:cs typeface="+mj-lt"/>
              </a:rPr>
              <a:t> </a:t>
            </a:r>
            <a:r>
              <a:rPr lang="hu-HU" sz="3200" err="1">
                <a:solidFill>
                  <a:schemeClr val="accent1"/>
                </a:solidFill>
                <a:latin typeface="Arial"/>
                <a:ea typeface="+mj-lt"/>
                <a:cs typeface="+mj-lt"/>
              </a:rPr>
              <a:t>between</a:t>
            </a:r>
            <a:r>
              <a:rPr lang="hu-HU" sz="3200">
                <a:solidFill>
                  <a:schemeClr val="accent1"/>
                </a:solidFill>
                <a:latin typeface="Arial"/>
                <a:ea typeface="+mj-lt"/>
                <a:cs typeface="+mj-lt"/>
              </a:rPr>
              <a:t> </a:t>
            </a:r>
            <a:r>
              <a:rPr lang="hu-HU" sz="3200" err="1">
                <a:solidFill>
                  <a:schemeClr val="accent1"/>
                </a:solidFill>
                <a:latin typeface="Arial"/>
                <a:ea typeface="+mj-lt"/>
                <a:cs typeface="+mj-lt"/>
              </a:rPr>
              <a:t>Integration</a:t>
            </a:r>
            <a:r>
              <a:rPr lang="hu-HU" sz="3200">
                <a:solidFill>
                  <a:schemeClr val="accent1"/>
                </a:solidFill>
                <a:latin typeface="Arial"/>
                <a:ea typeface="+mj-lt"/>
                <a:cs typeface="+mj-lt"/>
              </a:rPr>
              <a:t> testing and System testing</a:t>
            </a:r>
            <a:endParaRPr lang="hu-HU">
              <a:solidFill>
                <a:schemeClr val="accent1"/>
              </a:solidFill>
              <a:latin typeface="Arial"/>
            </a:endParaRPr>
          </a:p>
        </p:txBody>
      </p:sp>
      <p:pic>
        <p:nvPicPr>
          <p:cNvPr id="4" name="Tartalom helye 3" descr="A képen szöveg, képernyőkép, Betűtípus, szám látható&#10;&#10;Automatikusan generált leírás">
            <a:extLst>
              <a:ext uri="{FF2B5EF4-FFF2-40B4-BE49-F238E27FC236}">
                <a16:creationId xmlns:a16="http://schemas.microsoft.com/office/drawing/2014/main" id="{881028EA-8359-3C4F-DEE9-059433BFF498}"/>
              </a:ext>
            </a:extLst>
          </p:cNvPr>
          <p:cNvPicPr>
            <a:picLocks noGrp="1" noChangeAspect="1"/>
          </p:cNvPicPr>
          <p:nvPr>
            <p:ph idx="1"/>
          </p:nvPr>
        </p:nvPicPr>
        <p:blipFill>
          <a:blip r:embed="rId2"/>
          <a:stretch>
            <a:fillRect/>
          </a:stretch>
        </p:blipFill>
        <p:spPr>
          <a:xfrm>
            <a:off x="1012295" y="1695186"/>
            <a:ext cx="9394825" cy="4601633"/>
          </a:xfrm>
        </p:spPr>
      </p:pic>
    </p:spTree>
    <p:extLst>
      <p:ext uri="{BB962C8B-B14F-4D97-AF65-F5344CB8AC3E}">
        <p14:creationId xmlns:p14="http://schemas.microsoft.com/office/powerpoint/2010/main" val="1989615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7946D489-128B-B5E6-06E5-AFEBE5B5793A}"/>
              </a:ext>
            </a:extLst>
          </p:cNvPr>
          <p:cNvSpPr>
            <a:spLocks noGrp="1"/>
          </p:cNvSpPr>
          <p:nvPr>
            <p:ph idx="1"/>
          </p:nvPr>
        </p:nvSpPr>
        <p:spPr>
          <a:xfrm>
            <a:off x="433681" y="465079"/>
            <a:ext cx="10515600" cy="6248106"/>
          </a:xfrm>
        </p:spPr>
        <p:txBody>
          <a:bodyPr vert="horz" lIns="91440" tIns="45720" rIns="91440" bIns="45720" rtlCol="0" anchor="t">
            <a:noAutofit/>
          </a:bodyPr>
          <a:lstStyle/>
          <a:p>
            <a:pPr marL="0" indent="0">
              <a:buNone/>
            </a:pPr>
            <a:r>
              <a:rPr lang="hu-HU" sz="3200">
                <a:solidFill>
                  <a:schemeClr val="accent1"/>
                </a:solidFill>
                <a:latin typeface="Arial"/>
                <a:ea typeface="+mn-lt"/>
                <a:cs typeface="+mn-lt"/>
              </a:rPr>
              <a:t>Test </a:t>
            </a:r>
            <a:r>
              <a:rPr lang="hu-HU" sz="3200" err="1">
                <a:solidFill>
                  <a:schemeClr val="accent1"/>
                </a:solidFill>
                <a:latin typeface="Arial"/>
                <a:ea typeface="+mn-lt"/>
                <a:cs typeface="+mn-lt"/>
              </a:rPr>
              <a:t>Coverage</a:t>
            </a:r>
            <a:endParaRPr lang="hu-HU" sz="3200">
              <a:solidFill>
                <a:schemeClr val="accent1"/>
              </a:solidFill>
              <a:latin typeface="Arial"/>
              <a:ea typeface="+mn-lt"/>
              <a:cs typeface="+mn-lt"/>
            </a:endParaRPr>
          </a:p>
          <a:p>
            <a:endParaRPr lang="hu-HU" sz="2100">
              <a:latin typeface="Arial"/>
              <a:ea typeface="+mn-lt"/>
              <a:cs typeface="+mn-lt"/>
            </a:endParaRPr>
          </a:p>
          <a:p>
            <a:r>
              <a:rPr lang="hu-HU" sz="2100">
                <a:latin typeface="Arial"/>
                <a:ea typeface="+mn-lt"/>
                <a:cs typeface="+mn-lt"/>
              </a:rPr>
              <a:t>Test </a:t>
            </a:r>
            <a:r>
              <a:rPr lang="hu-HU" sz="2100" err="1">
                <a:latin typeface="Arial"/>
                <a:ea typeface="+mn-lt"/>
                <a:cs typeface="+mn-lt"/>
              </a:rPr>
              <a:t>coverage</a:t>
            </a:r>
            <a:r>
              <a:rPr lang="hu-HU" sz="2100">
                <a:latin typeface="Arial"/>
                <a:ea typeface="+mn-lt"/>
                <a:cs typeface="+mn-lt"/>
              </a:rPr>
              <a:t> is a </a:t>
            </a:r>
            <a:r>
              <a:rPr lang="hu-HU" sz="2100" err="1">
                <a:latin typeface="Arial"/>
                <a:ea typeface="+mn-lt"/>
                <a:cs typeface="+mn-lt"/>
              </a:rPr>
              <a:t>metric</a:t>
            </a:r>
            <a:r>
              <a:rPr lang="hu-HU" sz="2100">
                <a:latin typeface="Arial"/>
                <a:ea typeface="+mn-lt"/>
                <a:cs typeface="+mn-lt"/>
              </a:rPr>
              <a:t> </a:t>
            </a:r>
            <a:r>
              <a:rPr lang="hu-HU" sz="2100" err="1">
                <a:latin typeface="Arial"/>
                <a:ea typeface="+mn-lt"/>
                <a:cs typeface="+mn-lt"/>
              </a:rPr>
              <a:t>used</a:t>
            </a:r>
            <a:r>
              <a:rPr lang="hu-HU" sz="2100">
                <a:latin typeface="Arial"/>
                <a:ea typeface="+mn-lt"/>
                <a:cs typeface="+mn-lt"/>
              </a:rPr>
              <a:t> in software testing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measure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amount</a:t>
            </a:r>
            <a:r>
              <a:rPr lang="hu-HU" sz="2100">
                <a:latin typeface="Arial"/>
                <a:ea typeface="+mn-lt"/>
                <a:cs typeface="+mn-lt"/>
              </a:rPr>
              <a:t> of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is </a:t>
            </a:r>
            <a:r>
              <a:rPr lang="hu-HU" sz="2100" err="1">
                <a:latin typeface="Arial"/>
                <a:ea typeface="+mn-lt"/>
                <a:cs typeface="+mn-lt"/>
              </a:rPr>
              <a:t>exercised</a:t>
            </a:r>
            <a:r>
              <a:rPr lang="hu-HU" sz="2100">
                <a:latin typeface="Arial"/>
                <a:ea typeface="+mn-lt"/>
                <a:cs typeface="+mn-lt"/>
              </a:rPr>
              <a:t> </a:t>
            </a:r>
            <a:r>
              <a:rPr lang="hu-HU" sz="2100" err="1">
                <a:latin typeface="Arial"/>
                <a:ea typeface="+mn-lt"/>
                <a:cs typeface="+mn-lt"/>
              </a:rPr>
              <a:t>by</a:t>
            </a:r>
            <a:r>
              <a:rPr lang="hu-HU" sz="2100">
                <a:latin typeface="Arial"/>
                <a:ea typeface="+mn-lt"/>
                <a:cs typeface="+mn-lt"/>
              </a:rPr>
              <a:t> tests. </a:t>
            </a:r>
            <a:r>
              <a:rPr lang="hu-HU" sz="2100" err="1">
                <a:latin typeface="Arial"/>
                <a:ea typeface="+mn-lt"/>
                <a:cs typeface="+mn-lt"/>
              </a:rPr>
              <a:t>It</a:t>
            </a:r>
            <a:r>
              <a:rPr lang="hu-HU" sz="2100">
                <a:latin typeface="Arial"/>
                <a:ea typeface="+mn-lt"/>
                <a:cs typeface="+mn-lt"/>
              </a:rPr>
              <a:t> </a:t>
            </a:r>
            <a:r>
              <a:rPr lang="hu-HU" sz="2100" err="1">
                <a:latin typeface="Arial"/>
                <a:ea typeface="+mn-lt"/>
                <a:cs typeface="+mn-lt"/>
              </a:rPr>
              <a:t>provides</a:t>
            </a:r>
            <a:r>
              <a:rPr lang="hu-HU" sz="2100">
                <a:latin typeface="Arial"/>
                <a:ea typeface="+mn-lt"/>
                <a:cs typeface="+mn-lt"/>
              </a:rPr>
              <a:t> </a:t>
            </a:r>
            <a:r>
              <a:rPr lang="hu-HU" sz="2100" err="1">
                <a:latin typeface="Arial"/>
                <a:ea typeface="+mn-lt"/>
                <a:cs typeface="+mn-lt"/>
              </a:rPr>
              <a:t>insights</a:t>
            </a:r>
            <a:r>
              <a:rPr lang="hu-HU" sz="2100">
                <a:latin typeface="Arial"/>
                <a:ea typeface="+mn-lt"/>
                <a:cs typeface="+mn-lt"/>
              </a:rPr>
              <a:t> </a:t>
            </a:r>
            <a:r>
              <a:rPr lang="hu-HU" sz="2100" err="1">
                <a:latin typeface="Arial"/>
                <a:ea typeface="+mn-lt"/>
                <a:cs typeface="+mn-lt"/>
              </a:rPr>
              <a:t>into</a:t>
            </a:r>
            <a:r>
              <a:rPr lang="hu-HU" sz="2100">
                <a:latin typeface="Arial"/>
                <a:ea typeface="+mn-lt"/>
                <a:cs typeface="+mn-lt"/>
              </a:rPr>
              <a:t> </a:t>
            </a:r>
            <a:r>
              <a:rPr lang="hu-HU" sz="2100" err="1">
                <a:latin typeface="Arial"/>
                <a:ea typeface="+mn-lt"/>
                <a:cs typeface="+mn-lt"/>
              </a:rPr>
              <a:t>how</a:t>
            </a:r>
            <a:r>
              <a:rPr lang="hu-HU" sz="2100">
                <a:latin typeface="Arial"/>
                <a:ea typeface="+mn-lt"/>
                <a:cs typeface="+mn-lt"/>
              </a:rPr>
              <a:t> </a:t>
            </a:r>
            <a:r>
              <a:rPr lang="hu-HU" sz="2100" err="1">
                <a:latin typeface="Arial"/>
                <a:ea typeface="+mn-lt"/>
                <a:cs typeface="+mn-lt"/>
              </a:rPr>
              <a:t>much</a:t>
            </a:r>
            <a:r>
              <a:rPr lang="hu-HU" sz="2100">
                <a:latin typeface="Arial"/>
                <a:ea typeface="+mn-lt"/>
                <a:cs typeface="+mn-lt"/>
              </a:rPr>
              <a: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application’s</a:t>
            </a:r>
            <a:r>
              <a:rPr lang="hu-HU" sz="2100">
                <a:latin typeface="Arial"/>
                <a:ea typeface="+mn-lt"/>
                <a:cs typeface="+mn-lt"/>
              </a:rPr>
              <a:t> </a:t>
            </a:r>
            <a:r>
              <a:rPr lang="hu-HU" sz="2100" err="1">
                <a:latin typeface="Arial"/>
                <a:ea typeface="+mn-lt"/>
                <a:cs typeface="+mn-lt"/>
              </a:rPr>
              <a:t>codebase</a:t>
            </a:r>
            <a:r>
              <a:rPr lang="hu-HU" sz="2100">
                <a:latin typeface="Arial"/>
                <a:ea typeface="+mn-lt"/>
                <a:cs typeface="+mn-lt"/>
              </a:rPr>
              <a:t> is tested </a:t>
            </a:r>
            <a:r>
              <a:rPr lang="hu-HU" sz="2100" err="1">
                <a:latin typeface="Arial"/>
                <a:ea typeface="+mn-lt"/>
                <a:cs typeface="+mn-lt"/>
              </a:rPr>
              <a:t>by</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test </a:t>
            </a:r>
            <a:r>
              <a:rPr lang="hu-HU" sz="2100" err="1">
                <a:latin typeface="Arial"/>
                <a:ea typeface="+mn-lt"/>
                <a:cs typeface="+mn-lt"/>
              </a:rPr>
              <a:t>suite</a:t>
            </a:r>
            <a:r>
              <a:rPr lang="hu-HU" sz="2100">
                <a:latin typeface="Arial"/>
                <a:ea typeface="+mn-lt"/>
                <a:cs typeface="+mn-lt"/>
              </a:rPr>
              <a:t>, </a:t>
            </a:r>
            <a:r>
              <a:rPr lang="hu-HU" sz="2100" err="1">
                <a:latin typeface="Arial"/>
                <a:ea typeface="+mn-lt"/>
                <a:cs typeface="+mn-lt"/>
              </a:rPr>
              <a:t>helping</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identify</a:t>
            </a:r>
            <a:r>
              <a:rPr lang="hu-HU" sz="2100">
                <a:latin typeface="Arial"/>
                <a:ea typeface="+mn-lt"/>
                <a:cs typeface="+mn-lt"/>
              </a:rPr>
              <a:t> untested </a:t>
            </a:r>
            <a:r>
              <a:rPr lang="hu-HU" sz="2100" err="1">
                <a:latin typeface="Arial"/>
                <a:ea typeface="+mn-lt"/>
                <a:cs typeface="+mn-lt"/>
              </a:rPr>
              <a:t>parts</a:t>
            </a:r>
            <a:r>
              <a:rPr lang="hu-HU" sz="2100">
                <a:latin typeface="Arial"/>
                <a:ea typeface="+mn-lt"/>
                <a:cs typeface="+mn-lt"/>
              </a:rPr>
              <a:t> of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The </a:t>
            </a:r>
            <a:r>
              <a:rPr lang="hu-HU" sz="2100" err="1">
                <a:latin typeface="Arial"/>
                <a:ea typeface="+mn-lt"/>
                <a:cs typeface="+mn-lt"/>
              </a:rPr>
              <a:t>goal</a:t>
            </a:r>
            <a:r>
              <a:rPr lang="hu-HU" sz="2100">
                <a:latin typeface="Arial"/>
                <a:ea typeface="+mn-lt"/>
                <a:cs typeface="+mn-lt"/>
              </a:rPr>
              <a:t> of test </a:t>
            </a:r>
            <a:r>
              <a:rPr lang="hu-HU" sz="2100" err="1">
                <a:latin typeface="Arial"/>
                <a:ea typeface="+mn-lt"/>
                <a:cs typeface="+mn-lt"/>
              </a:rPr>
              <a:t>coverage</a:t>
            </a:r>
            <a:r>
              <a:rPr lang="hu-HU" sz="2100">
                <a:latin typeface="Arial"/>
                <a:ea typeface="+mn-lt"/>
                <a:cs typeface="+mn-lt"/>
              </a:rPr>
              <a:t> is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ensure</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is </a:t>
            </a:r>
            <a:r>
              <a:rPr lang="hu-HU" sz="2100" err="1">
                <a:latin typeface="Arial"/>
                <a:ea typeface="+mn-lt"/>
                <a:cs typeface="+mn-lt"/>
              </a:rPr>
              <a:t>sufficiently</a:t>
            </a:r>
            <a:r>
              <a:rPr lang="hu-HU" sz="2100">
                <a:latin typeface="Arial"/>
                <a:ea typeface="+mn-lt"/>
                <a:cs typeface="+mn-lt"/>
              </a:rPr>
              <a:t> tested, </a:t>
            </a:r>
            <a:r>
              <a:rPr lang="hu-HU" sz="2100" err="1">
                <a:latin typeface="Arial"/>
                <a:ea typeface="+mn-lt"/>
                <a:cs typeface="+mn-lt"/>
              </a:rPr>
              <a:t>thereby</a:t>
            </a:r>
            <a:r>
              <a:rPr lang="hu-HU" sz="2100">
                <a:latin typeface="Arial"/>
                <a:ea typeface="+mn-lt"/>
                <a:cs typeface="+mn-lt"/>
              </a:rPr>
              <a:t> </a:t>
            </a:r>
            <a:r>
              <a:rPr lang="hu-HU" sz="2100" err="1">
                <a:latin typeface="Arial"/>
                <a:ea typeface="+mn-lt"/>
                <a:cs typeface="+mn-lt"/>
              </a:rPr>
              <a:t>reducing</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risk</a:t>
            </a:r>
            <a:r>
              <a:rPr lang="hu-HU" sz="2100">
                <a:latin typeface="Arial"/>
                <a:ea typeface="+mn-lt"/>
                <a:cs typeface="+mn-lt"/>
              </a:rPr>
              <a:t> of </a:t>
            </a:r>
            <a:r>
              <a:rPr lang="hu-HU" sz="2100" err="1">
                <a:latin typeface="Arial"/>
                <a:ea typeface="+mn-lt"/>
                <a:cs typeface="+mn-lt"/>
              </a:rPr>
              <a:t>defects</a:t>
            </a:r>
            <a:r>
              <a:rPr lang="hu-HU" sz="2100">
                <a:latin typeface="Arial"/>
                <a:ea typeface="+mn-lt"/>
                <a:cs typeface="+mn-lt"/>
              </a:rPr>
              <a:t> in </a:t>
            </a:r>
            <a:r>
              <a:rPr lang="hu-HU" sz="2100" err="1">
                <a:latin typeface="Arial"/>
                <a:ea typeface="+mn-lt"/>
                <a:cs typeface="+mn-lt"/>
              </a:rPr>
              <a:t>the</a:t>
            </a:r>
            <a:r>
              <a:rPr lang="hu-HU" sz="2100">
                <a:latin typeface="Arial"/>
                <a:ea typeface="+mn-lt"/>
                <a:cs typeface="+mn-lt"/>
              </a:rPr>
              <a:t> software.</a:t>
            </a:r>
            <a:endParaRPr lang="hu-HU" sz="2100">
              <a:latin typeface="Arial"/>
              <a:cs typeface="Arial"/>
            </a:endParaRPr>
          </a:p>
          <a:p>
            <a:r>
              <a:rPr lang="hu-HU" sz="2100">
                <a:latin typeface="Arial"/>
                <a:ea typeface="+mn-lt"/>
                <a:cs typeface="+mn-lt"/>
              </a:rPr>
              <a:t>Key </a:t>
            </a:r>
            <a:r>
              <a:rPr lang="hu-HU" sz="2100" err="1">
                <a:latin typeface="Arial"/>
                <a:ea typeface="+mn-lt"/>
                <a:cs typeface="+mn-lt"/>
              </a:rPr>
              <a:t>Points</a:t>
            </a:r>
            <a:r>
              <a:rPr lang="hu-HU" sz="2100">
                <a:latin typeface="Arial"/>
                <a:ea typeface="+mn-lt"/>
                <a:cs typeface="+mn-lt"/>
              </a:rPr>
              <a:t> </a:t>
            </a:r>
            <a:r>
              <a:rPr lang="hu-HU" sz="2100" err="1">
                <a:latin typeface="Arial"/>
                <a:ea typeface="+mn-lt"/>
                <a:cs typeface="+mn-lt"/>
              </a:rPr>
              <a:t>about</a:t>
            </a:r>
            <a:r>
              <a:rPr lang="hu-HU" sz="2100">
                <a:latin typeface="Arial"/>
                <a:ea typeface="+mn-lt"/>
                <a:cs typeface="+mn-lt"/>
              </a:rPr>
              <a:t> Test </a:t>
            </a:r>
            <a:r>
              <a:rPr lang="hu-HU" sz="2100" err="1">
                <a:latin typeface="Arial"/>
                <a:ea typeface="+mn-lt"/>
                <a:cs typeface="+mn-lt"/>
              </a:rPr>
              <a:t>Coverage</a:t>
            </a:r>
            <a:r>
              <a:rPr lang="hu-HU" sz="2100">
                <a:latin typeface="Arial"/>
                <a:ea typeface="+mn-lt"/>
                <a:cs typeface="+mn-lt"/>
              </a:rPr>
              <a:t>:</a:t>
            </a:r>
            <a:endParaRPr lang="hu-HU" sz="2100">
              <a:latin typeface="Arial"/>
              <a:cs typeface="Arial"/>
            </a:endParaRPr>
          </a:p>
          <a:p>
            <a:r>
              <a:rPr lang="hu-HU" sz="2100" err="1">
                <a:latin typeface="Arial"/>
                <a:ea typeface="+mn-lt"/>
                <a:cs typeface="+mn-lt"/>
              </a:rPr>
              <a:t>Types</a:t>
            </a:r>
            <a:r>
              <a:rPr lang="hu-HU" sz="2100">
                <a:latin typeface="Arial"/>
                <a:ea typeface="+mn-lt"/>
                <a:cs typeface="+mn-lt"/>
              </a:rPr>
              <a:t> of </a:t>
            </a:r>
            <a:r>
              <a:rPr lang="hu-HU" sz="2100" err="1">
                <a:latin typeface="Arial"/>
                <a:ea typeface="+mn-lt"/>
                <a:cs typeface="+mn-lt"/>
              </a:rPr>
              <a:t>Coverage</a:t>
            </a:r>
            <a:r>
              <a:rPr lang="hu-HU" sz="2100">
                <a:latin typeface="Arial"/>
                <a:ea typeface="+mn-lt"/>
                <a:cs typeface="+mn-lt"/>
              </a:rPr>
              <a:t>:</a:t>
            </a:r>
            <a:endParaRPr lang="hu-HU" sz="2100">
              <a:latin typeface="Arial"/>
              <a:cs typeface="Arial"/>
            </a:endParaRPr>
          </a:p>
          <a:p>
            <a:pPr lvl="1" indent="-285750">
              <a:buFont typeface="Courier New" panose="020B0604020202020204" pitchFamily="34" charset="0"/>
              <a:buChar char="o"/>
            </a:pPr>
            <a:r>
              <a:rPr lang="hu-HU" sz="2100">
                <a:latin typeface="Arial"/>
                <a:ea typeface="+mn-lt"/>
                <a:cs typeface="+mn-lt"/>
              </a:rPr>
              <a:t>Line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Measures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percentage</a:t>
            </a:r>
            <a:r>
              <a:rPr lang="hu-HU" sz="2100">
                <a:latin typeface="Arial"/>
                <a:ea typeface="+mn-lt"/>
                <a:cs typeface="+mn-lt"/>
              </a:rPr>
              <a:t> of </a:t>
            </a:r>
            <a:r>
              <a:rPr lang="hu-HU" sz="2100" err="1">
                <a:latin typeface="Arial"/>
                <a:ea typeface="+mn-lt"/>
                <a:cs typeface="+mn-lt"/>
              </a:rPr>
              <a:t>lines</a:t>
            </a:r>
            <a:r>
              <a:rPr lang="hu-HU" sz="2100">
                <a:latin typeface="Arial"/>
                <a:ea typeface="+mn-lt"/>
                <a:cs typeface="+mn-lt"/>
              </a:rPr>
              <a:t> of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executed</a:t>
            </a:r>
            <a:r>
              <a:rPr lang="hu-HU" sz="2100">
                <a:latin typeface="Arial"/>
                <a:ea typeface="+mn-lt"/>
                <a:cs typeface="+mn-lt"/>
              </a:rPr>
              <a:t> </a:t>
            </a:r>
            <a:r>
              <a:rPr lang="hu-HU" sz="2100" err="1">
                <a:latin typeface="Arial"/>
                <a:ea typeface="+mn-lt"/>
                <a:cs typeface="+mn-lt"/>
              </a:rPr>
              <a:t>during</a:t>
            </a:r>
            <a:r>
              <a:rPr lang="hu-HU" sz="2100">
                <a:latin typeface="Arial"/>
                <a:ea typeface="+mn-lt"/>
                <a:cs typeface="+mn-lt"/>
              </a:rPr>
              <a:t> testing.</a:t>
            </a:r>
            <a:endParaRPr lang="hu-HU" sz="2100">
              <a:latin typeface="Arial"/>
              <a:cs typeface="Arial"/>
            </a:endParaRPr>
          </a:p>
          <a:p>
            <a:pPr lvl="1" indent="-285750">
              <a:buFont typeface="Courier New" panose="020B0604020202020204" pitchFamily="34" charset="0"/>
              <a:buChar char="o"/>
            </a:pPr>
            <a:r>
              <a:rPr lang="hu-HU" sz="2100" err="1">
                <a:latin typeface="Arial"/>
                <a:ea typeface="+mn-lt"/>
                <a:cs typeface="+mn-lt"/>
              </a:rPr>
              <a:t>Branch</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Measures</a:t>
            </a:r>
            <a:r>
              <a:rPr lang="hu-HU" sz="2100">
                <a:latin typeface="Arial"/>
                <a:ea typeface="+mn-lt"/>
                <a:cs typeface="+mn-lt"/>
              </a:rPr>
              <a:t> </a:t>
            </a:r>
            <a:r>
              <a:rPr lang="hu-HU" sz="2100" err="1">
                <a:latin typeface="Arial"/>
                <a:ea typeface="+mn-lt"/>
                <a:cs typeface="+mn-lt"/>
              </a:rPr>
              <a:t>whether</a:t>
            </a:r>
            <a:r>
              <a:rPr lang="hu-HU" sz="2100">
                <a:latin typeface="Arial"/>
                <a:ea typeface="+mn-lt"/>
                <a:cs typeface="+mn-lt"/>
              </a:rPr>
              <a:t> </a:t>
            </a:r>
            <a:r>
              <a:rPr lang="hu-HU" sz="2100" err="1">
                <a:latin typeface="Arial"/>
                <a:ea typeface="+mn-lt"/>
                <a:cs typeface="+mn-lt"/>
              </a:rPr>
              <a:t>each</a:t>
            </a:r>
            <a:r>
              <a:rPr lang="hu-HU" sz="2100">
                <a:latin typeface="Arial"/>
                <a:ea typeface="+mn-lt"/>
                <a:cs typeface="+mn-lt"/>
              </a:rPr>
              <a:t> </a:t>
            </a:r>
            <a:r>
              <a:rPr lang="hu-HU" sz="2100" err="1">
                <a:latin typeface="Arial"/>
                <a:ea typeface="+mn-lt"/>
                <a:cs typeface="+mn-lt"/>
              </a:rPr>
              <a:t>possible</a:t>
            </a:r>
            <a:r>
              <a:rPr lang="hu-HU" sz="2100">
                <a:latin typeface="Arial"/>
                <a:ea typeface="+mn-lt"/>
                <a:cs typeface="+mn-lt"/>
              </a:rPr>
              <a:t> </a:t>
            </a:r>
            <a:r>
              <a:rPr lang="hu-HU" sz="2100" err="1">
                <a:latin typeface="Arial"/>
                <a:ea typeface="+mn-lt"/>
                <a:cs typeface="+mn-lt"/>
              </a:rPr>
              <a:t>branch</a:t>
            </a:r>
            <a:r>
              <a:rPr lang="hu-HU" sz="2100">
                <a:latin typeface="Arial"/>
                <a:ea typeface="+mn-lt"/>
                <a:cs typeface="+mn-lt"/>
              </a:rPr>
              <a:t> (</a:t>
            </a:r>
            <a:r>
              <a:rPr lang="hu-HU" sz="2100" err="1">
                <a:latin typeface="Arial"/>
                <a:ea typeface="+mn-lt"/>
                <a:cs typeface="+mn-lt"/>
              </a:rPr>
              <a:t>e.g</a:t>
            </a:r>
            <a:r>
              <a:rPr lang="hu-HU" sz="2100">
                <a:latin typeface="Arial"/>
                <a:ea typeface="+mn-lt"/>
                <a:cs typeface="+mn-lt"/>
              </a:rPr>
              <a:t>., </a:t>
            </a:r>
            <a:r>
              <a:rPr lang="hu-HU" sz="2100" err="1">
                <a:latin typeface="Arial"/>
                <a:ea typeface="+mn-lt"/>
                <a:cs typeface="+mn-lt"/>
              </a:rPr>
              <a:t>if</a:t>
            </a:r>
            <a:r>
              <a:rPr lang="hu-HU" sz="2100">
                <a:latin typeface="Arial"/>
                <a:ea typeface="+mn-lt"/>
                <a:cs typeface="+mn-lt"/>
              </a:rPr>
              <a:t>/</a:t>
            </a:r>
            <a:r>
              <a:rPr lang="hu-HU" sz="2100" err="1">
                <a:latin typeface="Arial"/>
                <a:ea typeface="+mn-lt"/>
                <a:cs typeface="+mn-lt"/>
              </a:rPr>
              <a:t>else</a:t>
            </a:r>
            <a:r>
              <a:rPr lang="hu-HU" sz="2100">
                <a:latin typeface="Arial"/>
                <a:ea typeface="+mn-lt"/>
                <a:cs typeface="+mn-lt"/>
              </a:rPr>
              <a:t> </a:t>
            </a:r>
            <a:r>
              <a:rPr lang="hu-HU" sz="2100" err="1">
                <a:latin typeface="Arial"/>
                <a:ea typeface="+mn-lt"/>
                <a:cs typeface="+mn-lt"/>
              </a:rPr>
              <a:t>statements</a:t>
            </a:r>
            <a:r>
              <a:rPr lang="hu-HU" sz="2100">
                <a:latin typeface="Arial"/>
                <a:ea typeface="+mn-lt"/>
                <a:cs typeface="+mn-lt"/>
              </a:rPr>
              <a:t>) </a:t>
            </a:r>
            <a:r>
              <a:rPr lang="hu-HU" sz="2100" err="1">
                <a:latin typeface="Arial"/>
                <a:ea typeface="+mn-lt"/>
                <a:cs typeface="+mn-lt"/>
              </a:rPr>
              <a:t>was</a:t>
            </a:r>
            <a:r>
              <a:rPr lang="hu-HU" sz="2100">
                <a:latin typeface="Arial"/>
                <a:ea typeface="+mn-lt"/>
                <a:cs typeface="+mn-lt"/>
              </a:rPr>
              <a:t> </a:t>
            </a:r>
            <a:r>
              <a:rPr lang="hu-HU" sz="2100" err="1">
                <a:latin typeface="Arial"/>
                <a:ea typeface="+mn-lt"/>
                <a:cs typeface="+mn-lt"/>
              </a:rPr>
              <a:t>taken</a:t>
            </a:r>
            <a:r>
              <a:rPr lang="hu-HU" sz="2100">
                <a:latin typeface="Arial"/>
                <a:ea typeface="+mn-lt"/>
                <a:cs typeface="+mn-lt"/>
              </a:rPr>
              <a:t>.</a:t>
            </a:r>
            <a:endParaRPr lang="hu-HU" sz="2100">
              <a:latin typeface="Arial"/>
              <a:cs typeface="Arial"/>
            </a:endParaRPr>
          </a:p>
          <a:p>
            <a:pPr lvl="1" indent="-285750">
              <a:buFont typeface="Courier New" panose="020B0604020202020204" pitchFamily="34" charset="0"/>
              <a:buChar char="o"/>
            </a:pPr>
            <a:r>
              <a:rPr lang="hu-HU" sz="2100" err="1">
                <a:latin typeface="Arial"/>
                <a:ea typeface="+mn-lt"/>
                <a:cs typeface="+mn-lt"/>
              </a:rPr>
              <a:t>Function</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Measures</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percentage</a:t>
            </a:r>
            <a:r>
              <a:rPr lang="hu-HU" sz="2100">
                <a:latin typeface="Arial"/>
                <a:ea typeface="+mn-lt"/>
                <a:cs typeface="+mn-lt"/>
              </a:rPr>
              <a:t> of </a:t>
            </a:r>
            <a:r>
              <a:rPr lang="hu-HU" sz="2100" err="1">
                <a:latin typeface="Arial"/>
                <a:ea typeface="+mn-lt"/>
                <a:cs typeface="+mn-lt"/>
              </a:rPr>
              <a:t>functions</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methods</a:t>
            </a:r>
            <a:r>
              <a:rPr lang="hu-HU" sz="2100">
                <a:latin typeface="Arial"/>
                <a:ea typeface="+mn-lt"/>
                <a:cs typeface="+mn-lt"/>
              </a:rPr>
              <a:t> </a:t>
            </a:r>
            <a:r>
              <a:rPr lang="hu-HU" sz="2100" err="1">
                <a:latin typeface="Arial"/>
                <a:ea typeface="+mn-lt"/>
                <a:cs typeface="+mn-lt"/>
              </a:rPr>
              <a:t>that</a:t>
            </a:r>
            <a:r>
              <a:rPr lang="hu-HU" sz="2100">
                <a:latin typeface="Arial"/>
                <a:ea typeface="+mn-lt"/>
                <a:cs typeface="+mn-lt"/>
              </a:rPr>
              <a:t> </a:t>
            </a:r>
            <a:r>
              <a:rPr lang="hu-HU" sz="2100" err="1">
                <a:latin typeface="Arial"/>
                <a:ea typeface="+mn-lt"/>
                <a:cs typeface="+mn-lt"/>
              </a:rPr>
              <a:t>have</a:t>
            </a:r>
            <a:r>
              <a:rPr lang="hu-HU" sz="2100">
                <a:latin typeface="Arial"/>
                <a:ea typeface="+mn-lt"/>
                <a:cs typeface="+mn-lt"/>
              </a:rPr>
              <a:t> </a:t>
            </a:r>
            <a:r>
              <a:rPr lang="hu-HU" sz="2100" err="1">
                <a:latin typeface="Arial"/>
                <a:ea typeface="+mn-lt"/>
                <a:cs typeface="+mn-lt"/>
              </a:rPr>
              <a:t>been</a:t>
            </a:r>
            <a:r>
              <a:rPr lang="hu-HU" sz="2100">
                <a:latin typeface="Arial"/>
                <a:ea typeface="+mn-lt"/>
                <a:cs typeface="+mn-lt"/>
              </a:rPr>
              <a:t> </a:t>
            </a:r>
            <a:r>
              <a:rPr lang="hu-HU" sz="2100" err="1">
                <a:latin typeface="Arial"/>
                <a:ea typeface="+mn-lt"/>
                <a:cs typeface="+mn-lt"/>
              </a:rPr>
              <a:t>called</a:t>
            </a:r>
            <a:r>
              <a:rPr lang="hu-HU" sz="2100">
                <a:latin typeface="Arial"/>
                <a:ea typeface="+mn-lt"/>
                <a:cs typeface="+mn-lt"/>
              </a:rPr>
              <a:t>.</a:t>
            </a:r>
            <a:endParaRPr lang="hu-HU" sz="2100">
              <a:latin typeface="Arial"/>
              <a:cs typeface="Arial"/>
            </a:endParaRPr>
          </a:p>
          <a:p>
            <a:pPr lvl="1" indent="-285750">
              <a:buFont typeface="Courier New" panose="020B0604020202020204" pitchFamily="34" charset="0"/>
              <a:buChar char="o"/>
            </a:pPr>
            <a:r>
              <a:rPr lang="hu-HU" sz="2100" err="1">
                <a:latin typeface="Arial"/>
                <a:ea typeface="+mn-lt"/>
                <a:cs typeface="+mn-lt"/>
              </a:rPr>
              <a:t>Condition</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Measures</a:t>
            </a:r>
            <a:r>
              <a:rPr lang="hu-HU" sz="2100">
                <a:latin typeface="Arial"/>
                <a:ea typeface="+mn-lt"/>
                <a:cs typeface="+mn-lt"/>
              </a:rPr>
              <a:t> </a:t>
            </a:r>
            <a:r>
              <a:rPr lang="hu-HU" sz="2100" err="1">
                <a:latin typeface="Arial"/>
                <a:ea typeface="+mn-lt"/>
                <a:cs typeface="+mn-lt"/>
              </a:rPr>
              <a:t>whether</a:t>
            </a:r>
            <a:r>
              <a:rPr lang="hu-HU" sz="2100">
                <a:latin typeface="Arial"/>
                <a:ea typeface="+mn-lt"/>
                <a:cs typeface="+mn-lt"/>
              </a:rPr>
              <a:t> </a:t>
            </a:r>
            <a:r>
              <a:rPr lang="hu-HU" sz="2100" err="1">
                <a:latin typeface="Arial"/>
                <a:ea typeface="+mn-lt"/>
                <a:cs typeface="+mn-lt"/>
              </a:rPr>
              <a:t>each</a:t>
            </a:r>
            <a:r>
              <a:rPr lang="hu-HU" sz="2100">
                <a:latin typeface="Arial"/>
                <a:ea typeface="+mn-lt"/>
                <a:cs typeface="+mn-lt"/>
              </a:rPr>
              <a:t> </a:t>
            </a:r>
            <a:r>
              <a:rPr lang="hu-HU" sz="2100" err="1">
                <a:latin typeface="Arial"/>
                <a:ea typeface="+mn-lt"/>
                <a:cs typeface="+mn-lt"/>
              </a:rPr>
              <a:t>boolean</a:t>
            </a:r>
            <a:r>
              <a:rPr lang="hu-HU" sz="2100">
                <a:latin typeface="Arial"/>
                <a:ea typeface="+mn-lt"/>
                <a:cs typeface="+mn-lt"/>
              </a:rPr>
              <a:t> </a:t>
            </a:r>
            <a:r>
              <a:rPr lang="hu-HU" sz="2100" err="1">
                <a:latin typeface="Arial"/>
                <a:ea typeface="+mn-lt"/>
                <a:cs typeface="+mn-lt"/>
              </a:rPr>
              <a:t>sub-expression</a:t>
            </a:r>
            <a:r>
              <a:rPr lang="hu-HU" sz="2100">
                <a:latin typeface="Arial"/>
                <a:ea typeface="+mn-lt"/>
                <a:cs typeface="+mn-lt"/>
              </a:rPr>
              <a:t> </a:t>
            </a:r>
            <a:r>
              <a:rPr lang="hu-HU" sz="2100" err="1">
                <a:latin typeface="Arial"/>
                <a:ea typeface="+mn-lt"/>
                <a:cs typeface="+mn-lt"/>
              </a:rPr>
              <a:t>evaluated</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both</a:t>
            </a:r>
            <a:r>
              <a:rPr lang="hu-HU" sz="2100">
                <a:latin typeface="Arial"/>
                <a:ea typeface="+mn-lt"/>
                <a:cs typeface="+mn-lt"/>
              </a:rPr>
              <a:t> </a:t>
            </a:r>
            <a:r>
              <a:rPr lang="hu-HU" sz="2100" err="1">
                <a:latin typeface="Arial"/>
                <a:ea typeface="+mn-lt"/>
                <a:cs typeface="+mn-lt"/>
              </a:rPr>
              <a:t>true</a:t>
            </a:r>
            <a:r>
              <a:rPr lang="hu-HU" sz="2100">
                <a:latin typeface="Arial"/>
                <a:ea typeface="+mn-lt"/>
                <a:cs typeface="+mn-lt"/>
              </a:rPr>
              <a:t> and false.</a:t>
            </a:r>
            <a:endParaRPr lang="hu-HU" sz="2100">
              <a:latin typeface="Arial"/>
              <a:cs typeface="Arial"/>
            </a:endParaRPr>
          </a:p>
          <a:p>
            <a:endParaRPr lang="hu-HU" sz="2100">
              <a:latin typeface="Arial"/>
              <a:cs typeface="Arial"/>
            </a:endParaRPr>
          </a:p>
        </p:txBody>
      </p:sp>
    </p:spTree>
    <p:extLst>
      <p:ext uri="{BB962C8B-B14F-4D97-AF65-F5344CB8AC3E}">
        <p14:creationId xmlns:p14="http://schemas.microsoft.com/office/powerpoint/2010/main" val="858247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E8319556-7492-ADC3-E59B-CF61CD94336C}"/>
              </a:ext>
            </a:extLst>
          </p:cNvPr>
          <p:cNvSpPr>
            <a:spLocks noGrp="1"/>
          </p:cNvSpPr>
          <p:nvPr>
            <p:ph idx="1"/>
          </p:nvPr>
        </p:nvSpPr>
        <p:spPr>
          <a:xfrm>
            <a:off x="838200" y="291042"/>
            <a:ext cx="10515600" cy="5885921"/>
          </a:xfrm>
        </p:spPr>
        <p:txBody>
          <a:bodyPr vert="horz" lIns="91440" tIns="45720" rIns="91440" bIns="45720" rtlCol="0" anchor="t">
            <a:normAutofit/>
          </a:bodyPr>
          <a:lstStyle/>
          <a:p>
            <a:pPr marL="0" indent="0">
              <a:buNone/>
            </a:pPr>
            <a:r>
              <a:rPr lang="hu-HU" sz="3200">
                <a:solidFill>
                  <a:schemeClr val="accent1"/>
                </a:solidFill>
                <a:latin typeface="Arial"/>
                <a:ea typeface="+mn-lt"/>
                <a:cs typeface="+mn-lt"/>
              </a:rPr>
              <a:t>Test </a:t>
            </a:r>
            <a:r>
              <a:rPr lang="hu-HU" sz="3200" err="1">
                <a:solidFill>
                  <a:schemeClr val="accent1"/>
                </a:solidFill>
                <a:latin typeface="Arial"/>
                <a:ea typeface="+mn-lt"/>
                <a:cs typeface="+mn-lt"/>
              </a:rPr>
              <a:t>Coverage</a:t>
            </a:r>
            <a:r>
              <a:rPr lang="hu-HU" sz="3200">
                <a:solidFill>
                  <a:schemeClr val="accent1"/>
                </a:solidFill>
                <a:latin typeface="Arial"/>
                <a:ea typeface="+mn-lt"/>
                <a:cs typeface="+mn-lt"/>
              </a:rPr>
              <a:t> in Python</a:t>
            </a:r>
            <a:endParaRPr lang="hu-HU" sz="3200">
              <a:solidFill>
                <a:schemeClr val="accent1"/>
              </a:solidFill>
              <a:latin typeface="Arial"/>
              <a:cs typeface="Arial"/>
            </a:endParaRPr>
          </a:p>
          <a:p>
            <a:r>
              <a:rPr lang="hu-HU" sz="2100">
                <a:latin typeface="Arial"/>
                <a:ea typeface="+mn-lt"/>
                <a:cs typeface="+mn-lt"/>
              </a:rPr>
              <a:t>Python </a:t>
            </a:r>
            <a:r>
              <a:rPr lang="hu-HU" sz="2100" err="1">
                <a:latin typeface="Arial"/>
                <a:ea typeface="+mn-lt"/>
                <a:cs typeface="+mn-lt"/>
              </a:rPr>
              <a:t>provides</a:t>
            </a:r>
            <a:r>
              <a:rPr lang="hu-HU" sz="2100">
                <a:latin typeface="Arial"/>
                <a:ea typeface="+mn-lt"/>
                <a:cs typeface="+mn-lt"/>
              </a:rPr>
              <a:t> </a:t>
            </a:r>
            <a:r>
              <a:rPr lang="hu-HU" sz="2100" err="1">
                <a:latin typeface="Arial"/>
                <a:ea typeface="+mn-lt"/>
                <a:cs typeface="+mn-lt"/>
              </a:rPr>
              <a:t>several</a:t>
            </a:r>
            <a:r>
              <a:rPr lang="hu-HU" sz="2100">
                <a:latin typeface="Arial"/>
                <a:ea typeface="+mn-lt"/>
                <a:cs typeface="+mn-lt"/>
              </a:rPr>
              <a:t> </a:t>
            </a:r>
            <a:r>
              <a:rPr lang="hu-HU" sz="2100" err="1">
                <a:latin typeface="Arial"/>
                <a:ea typeface="+mn-lt"/>
                <a:cs typeface="+mn-lt"/>
              </a:rPr>
              <a:t>tools</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measure</a:t>
            </a:r>
            <a:r>
              <a:rPr lang="hu-HU" sz="2100">
                <a:latin typeface="Arial"/>
                <a:ea typeface="+mn-lt"/>
                <a:cs typeface="+mn-lt"/>
              </a:rPr>
              <a:t> test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most </a:t>
            </a:r>
            <a:r>
              <a:rPr lang="hu-HU" sz="2100" err="1">
                <a:latin typeface="Arial"/>
                <a:ea typeface="+mn-lt"/>
                <a:cs typeface="+mn-lt"/>
              </a:rPr>
              <a:t>popular</a:t>
            </a:r>
            <a:r>
              <a:rPr lang="hu-HU" sz="2100">
                <a:latin typeface="Arial"/>
                <a:ea typeface="+mn-lt"/>
                <a:cs typeface="+mn-lt"/>
              </a:rPr>
              <a:t> </a:t>
            </a:r>
            <a:r>
              <a:rPr lang="hu-HU" sz="2100" err="1">
                <a:latin typeface="Arial"/>
                <a:ea typeface="+mn-lt"/>
                <a:cs typeface="+mn-lt"/>
              </a:rPr>
              <a:t>being</a:t>
            </a:r>
            <a:r>
              <a:rPr lang="hu-HU" sz="2100">
                <a:latin typeface="Arial"/>
                <a:ea typeface="+mn-lt"/>
                <a:cs typeface="+mn-lt"/>
              </a:rPr>
              <a:t> coverage.py. </a:t>
            </a:r>
            <a:r>
              <a:rPr lang="hu-HU" sz="2100" err="1">
                <a:latin typeface="Arial"/>
                <a:ea typeface="+mn-lt"/>
                <a:cs typeface="+mn-lt"/>
              </a:rPr>
              <a:t>This</a:t>
            </a:r>
            <a:r>
              <a:rPr lang="hu-HU" sz="2100">
                <a:latin typeface="Arial"/>
                <a:ea typeface="+mn-lt"/>
                <a:cs typeface="+mn-lt"/>
              </a:rPr>
              <a:t> </a:t>
            </a:r>
            <a:r>
              <a:rPr lang="hu-HU" sz="2100" err="1">
                <a:latin typeface="Arial"/>
                <a:ea typeface="+mn-lt"/>
                <a:cs typeface="+mn-lt"/>
              </a:rPr>
              <a:t>tool</a:t>
            </a:r>
            <a:r>
              <a:rPr lang="hu-HU" sz="2100">
                <a:latin typeface="Arial"/>
                <a:ea typeface="+mn-lt"/>
                <a:cs typeface="+mn-lt"/>
              </a:rPr>
              <a:t> </a:t>
            </a:r>
            <a:r>
              <a:rPr lang="hu-HU" sz="2100" err="1">
                <a:latin typeface="Arial"/>
                <a:ea typeface="+mn-lt"/>
                <a:cs typeface="+mn-lt"/>
              </a:rPr>
              <a:t>can</a:t>
            </a:r>
            <a:r>
              <a:rPr lang="hu-HU" sz="2100">
                <a:latin typeface="Arial"/>
                <a:ea typeface="+mn-lt"/>
                <a:cs typeface="+mn-lt"/>
              </a:rPr>
              <a:t> be </a:t>
            </a:r>
            <a:r>
              <a:rPr lang="hu-HU" sz="2100" err="1">
                <a:latin typeface="Arial"/>
                <a:ea typeface="+mn-lt"/>
                <a:cs typeface="+mn-lt"/>
              </a:rPr>
              <a:t>used</a:t>
            </a:r>
            <a:r>
              <a:rPr lang="hu-HU" sz="2100">
                <a:latin typeface="Arial"/>
                <a:ea typeface="+mn-lt"/>
                <a:cs typeface="+mn-lt"/>
              </a:rPr>
              <a:t> in </a:t>
            </a:r>
            <a:r>
              <a:rPr lang="hu-HU" sz="2100" err="1">
                <a:latin typeface="Arial"/>
                <a:ea typeface="+mn-lt"/>
                <a:cs typeface="+mn-lt"/>
              </a:rPr>
              <a:t>conjunction</a:t>
            </a:r>
            <a:r>
              <a:rPr lang="hu-HU" sz="2100">
                <a:latin typeface="Arial"/>
                <a:ea typeface="+mn-lt"/>
                <a:cs typeface="+mn-lt"/>
              </a:rPr>
              <a:t> </a:t>
            </a:r>
            <a:r>
              <a:rPr lang="hu-HU" sz="2100" err="1">
                <a:latin typeface="Arial"/>
                <a:ea typeface="+mn-lt"/>
                <a:cs typeface="+mn-lt"/>
              </a:rPr>
              <a:t>with</a:t>
            </a:r>
            <a:r>
              <a:rPr lang="hu-HU" sz="2100">
                <a:latin typeface="Arial"/>
                <a:ea typeface="+mn-lt"/>
                <a:cs typeface="+mn-lt"/>
              </a:rPr>
              <a:t> testing </a:t>
            </a:r>
            <a:r>
              <a:rPr lang="hu-HU" sz="2100" err="1">
                <a:latin typeface="Arial"/>
                <a:ea typeface="+mn-lt"/>
                <a:cs typeface="+mn-lt"/>
              </a:rPr>
              <a:t>frameworks</a:t>
            </a:r>
            <a:r>
              <a:rPr lang="hu-HU" sz="2100">
                <a:latin typeface="Arial"/>
                <a:ea typeface="+mn-lt"/>
                <a:cs typeface="+mn-lt"/>
              </a:rPr>
              <a:t> like unittest, </a:t>
            </a:r>
            <a:r>
              <a:rPr lang="hu-HU" sz="2100" err="1">
                <a:latin typeface="Arial"/>
                <a:ea typeface="+mn-lt"/>
                <a:cs typeface="+mn-lt"/>
              </a:rPr>
              <a:t>pytest</a:t>
            </a:r>
            <a:r>
              <a:rPr lang="hu-HU" sz="2100">
                <a:latin typeface="Arial"/>
                <a:ea typeface="+mn-lt"/>
                <a:cs typeface="+mn-lt"/>
              </a:rPr>
              <a:t>, </a:t>
            </a:r>
            <a:r>
              <a:rPr lang="hu-HU" sz="2100" err="1">
                <a:latin typeface="Arial"/>
                <a:ea typeface="+mn-lt"/>
                <a:cs typeface="+mn-lt"/>
              </a:rPr>
              <a:t>or</a:t>
            </a:r>
            <a:r>
              <a:rPr lang="hu-HU" sz="2100">
                <a:latin typeface="Arial"/>
                <a:ea typeface="+mn-lt"/>
                <a:cs typeface="+mn-lt"/>
              </a:rPr>
              <a:t> </a:t>
            </a:r>
            <a:r>
              <a:rPr lang="hu-HU" sz="2100" err="1">
                <a:latin typeface="Arial"/>
                <a:ea typeface="+mn-lt"/>
                <a:cs typeface="+mn-lt"/>
              </a:rPr>
              <a:t>nose</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measure</a:t>
            </a:r>
            <a:r>
              <a:rPr lang="hu-HU" sz="2100">
                <a:latin typeface="Arial"/>
                <a:ea typeface="+mn-lt"/>
                <a:cs typeface="+mn-lt"/>
              </a:rPr>
              <a:t> </a:t>
            </a:r>
            <a:r>
              <a:rPr lang="hu-HU" sz="2100" err="1">
                <a:latin typeface="Arial"/>
                <a:ea typeface="+mn-lt"/>
                <a:cs typeface="+mn-lt"/>
              </a:rPr>
              <a:t>how</a:t>
            </a:r>
            <a:r>
              <a:rPr lang="hu-HU" sz="2100">
                <a:latin typeface="Arial"/>
                <a:ea typeface="+mn-lt"/>
                <a:cs typeface="+mn-lt"/>
              </a:rPr>
              <a:t> </a:t>
            </a:r>
            <a:r>
              <a:rPr lang="hu-HU" sz="2100" err="1">
                <a:latin typeface="Arial"/>
                <a:ea typeface="+mn-lt"/>
                <a:cs typeface="+mn-lt"/>
              </a:rPr>
              <a:t>much</a:t>
            </a:r>
            <a:r>
              <a:rPr lang="hu-HU" sz="2100">
                <a:latin typeface="Arial"/>
                <a:ea typeface="+mn-lt"/>
                <a:cs typeface="+mn-lt"/>
              </a:rPr>
              <a:t> of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is </a:t>
            </a:r>
            <a:r>
              <a:rPr lang="hu-HU" sz="2100" err="1">
                <a:latin typeface="Arial"/>
                <a:ea typeface="+mn-lt"/>
                <a:cs typeface="+mn-lt"/>
              </a:rPr>
              <a:t>covered</a:t>
            </a:r>
            <a:r>
              <a:rPr lang="hu-HU" sz="2100">
                <a:latin typeface="Arial"/>
                <a:ea typeface="+mn-lt"/>
                <a:cs typeface="+mn-lt"/>
              </a:rPr>
              <a:t> </a:t>
            </a:r>
            <a:r>
              <a:rPr lang="hu-HU" sz="2100" err="1">
                <a:latin typeface="Arial"/>
                <a:ea typeface="+mn-lt"/>
                <a:cs typeface="+mn-lt"/>
              </a:rPr>
              <a:t>by</a:t>
            </a:r>
            <a:r>
              <a:rPr lang="hu-HU" sz="2100">
                <a:latin typeface="Arial"/>
                <a:ea typeface="+mn-lt"/>
                <a:cs typeface="+mn-lt"/>
              </a:rPr>
              <a:t> tests.</a:t>
            </a:r>
          </a:p>
          <a:p>
            <a:r>
              <a:rPr lang="hu-HU" sz="2100" err="1">
                <a:latin typeface="Arial"/>
                <a:ea typeface="+mn-lt"/>
                <a:cs typeface="+mn-lt"/>
              </a:rPr>
              <a:t>Using</a:t>
            </a:r>
            <a:r>
              <a:rPr lang="hu-HU" sz="2100">
                <a:latin typeface="Arial"/>
                <a:ea typeface="+mn-lt"/>
                <a:cs typeface="+mn-lt"/>
              </a:rPr>
              <a:t> coverage.py</a:t>
            </a:r>
            <a:endParaRPr lang="hu-HU" sz="2100">
              <a:latin typeface="Arial"/>
              <a:cs typeface="Arial"/>
            </a:endParaRPr>
          </a:p>
          <a:p>
            <a:pPr marL="742950" lvl="1" indent="-342900"/>
            <a:r>
              <a:rPr lang="hu-HU" sz="2100">
                <a:latin typeface="Arial"/>
                <a:ea typeface="+mn-lt"/>
                <a:cs typeface="+mn-lt"/>
              </a:rPr>
              <a:t>coverage.py is a </a:t>
            </a:r>
            <a:r>
              <a:rPr lang="hu-HU" sz="2100" err="1">
                <a:latin typeface="Arial"/>
                <a:ea typeface="+mn-lt"/>
                <a:cs typeface="+mn-lt"/>
              </a:rPr>
              <a:t>powerful</a:t>
            </a:r>
            <a:r>
              <a:rPr lang="hu-HU" sz="2100">
                <a:latin typeface="Arial"/>
                <a:ea typeface="+mn-lt"/>
                <a:cs typeface="+mn-lt"/>
              </a:rPr>
              <a:t> </a:t>
            </a:r>
            <a:r>
              <a:rPr lang="hu-HU" sz="2100" err="1">
                <a:latin typeface="Arial"/>
                <a:ea typeface="+mn-lt"/>
                <a:cs typeface="+mn-lt"/>
              </a:rPr>
              <a:t>tool</a:t>
            </a:r>
            <a:r>
              <a:rPr lang="hu-HU" sz="2100">
                <a:latin typeface="Arial"/>
                <a:ea typeface="+mn-lt"/>
                <a:cs typeface="+mn-lt"/>
              </a:rPr>
              <a:t> </a:t>
            </a:r>
            <a:r>
              <a:rPr lang="hu-HU" sz="2100" err="1">
                <a:latin typeface="Arial"/>
                <a:ea typeface="+mn-lt"/>
                <a:cs typeface="+mn-lt"/>
              </a:rPr>
              <a:t>for</a:t>
            </a:r>
            <a:r>
              <a:rPr lang="hu-HU" sz="2100">
                <a:latin typeface="Arial"/>
                <a:ea typeface="+mn-lt"/>
                <a:cs typeface="+mn-lt"/>
              </a:rPr>
              <a:t> </a:t>
            </a:r>
            <a:r>
              <a:rPr lang="hu-HU" sz="2100" err="1">
                <a:latin typeface="Arial"/>
                <a:ea typeface="+mn-lt"/>
                <a:cs typeface="+mn-lt"/>
              </a:rPr>
              <a:t>measuring</a:t>
            </a:r>
            <a:r>
              <a:rPr lang="hu-HU" sz="2100">
                <a:latin typeface="Arial"/>
                <a:ea typeface="+mn-lt"/>
                <a:cs typeface="+mn-lt"/>
              </a:rPr>
              <a:t> </a:t>
            </a:r>
            <a:r>
              <a:rPr lang="hu-HU" sz="2100" err="1">
                <a:latin typeface="Arial"/>
                <a:ea typeface="+mn-lt"/>
                <a:cs typeface="+mn-lt"/>
              </a:rPr>
              <a:t>code</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in Python. </a:t>
            </a:r>
            <a:r>
              <a:rPr lang="hu-HU" sz="2100" err="1">
                <a:latin typeface="Arial"/>
                <a:ea typeface="+mn-lt"/>
                <a:cs typeface="+mn-lt"/>
              </a:rPr>
              <a:t>Here’s</a:t>
            </a:r>
            <a:r>
              <a:rPr lang="hu-HU" sz="2100">
                <a:latin typeface="Arial"/>
                <a:ea typeface="+mn-lt"/>
                <a:cs typeface="+mn-lt"/>
              </a:rPr>
              <a:t> </a:t>
            </a:r>
            <a:r>
              <a:rPr lang="hu-HU" sz="2100" err="1">
                <a:latin typeface="Arial"/>
                <a:ea typeface="+mn-lt"/>
                <a:cs typeface="+mn-lt"/>
              </a:rPr>
              <a:t>how</a:t>
            </a:r>
            <a:r>
              <a:rPr lang="hu-HU" sz="2100">
                <a:latin typeface="Arial"/>
                <a:ea typeface="+mn-lt"/>
                <a:cs typeface="+mn-lt"/>
              </a:rPr>
              <a:t> </a:t>
            </a:r>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use</a:t>
            </a:r>
            <a:r>
              <a:rPr lang="hu-HU" sz="2100">
                <a:latin typeface="Arial"/>
                <a:ea typeface="+mn-lt"/>
                <a:cs typeface="+mn-lt"/>
              </a:rPr>
              <a:t> </a:t>
            </a:r>
            <a:r>
              <a:rPr lang="hu-HU" sz="2100" err="1">
                <a:latin typeface="Arial"/>
                <a:ea typeface="+mn-lt"/>
                <a:cs typeface="+mn-lt"/>
              </a:rPr>
              <a:t>it</a:t>
            </a:r>
            <a:r>
              <a:rPr lang="hu-HU" sz="2100">
                <a:latin typeface="Arial"/>
                <a:ea typeface="+mn-lt"/>
                <a:cs typeface="+mn-lt"/>
              </a:rPr>
              <a:t>:</a:t>
            </a:r>
            <a:endParaRPr lang="hu-HU" sz="2100">
              <a:latin typeface="Arial"/>
              <a:cs typeface="Arial"/>
            </a:endParaRPr>
          </a:p>
          <a:p>
            <a:pPr marL="742950" lvl="1" indent="-342900"/>
            <a:r>
              <a:rPr lang="hu-HU" sz="2100" err="1">
                <a:latin typeface="Arial"/>
                <a:ea typeface="+mn-lt"/>
                <a:cs typeface="+mn-lt"/>
              </a:rPr>
              <a:t>Installation</a:t>
            </a:r>
            <a:r>
              <a:rPr lang="hu-HU" sz="2100">
                <a:latin typeface="Arial"/>
                <a:ea typeface="+mn-lt"/>
                <a:cs typeface="+mn-lt"/>
              </a:rPr>
              <a:t>: </a:t>
            </a:r>
            <a:r>
              <a:rPr lang="hu-HU" sz="2100" err="1">
                <a:latin typeface="Arial"/>
                <a:ea typeface="+mn-lt"/>
                <a:cs typeface="+mn-lt"/>
              </a:rPr>
              <a:t>Install</a:t>
            </a:r>
            <a:r>
              <a:rPr lang="hu-HU" sz="2100">
                <a:latin typeface="Arial"/>
                <a:ea typeface="+mn-lt"/>
                <a:cs typeface="+mn-lt"/>
              </a:rPr>
              <a:t> coverage.py </a:t>
            </a:r>
            <a:r>
              <a:rPr lang="hu-HU" sz="2100" err="1">
                <a:latin typeface="Arial"/>
                <a:ea typeface="+mn-lt"/>
                <a:cs typeface="+mn-lt"/>
              </a:rPr>
              <a:t>using</a:t>
            </a:r>
            <a:r>
              <a:rPr lang="hu-HU" sz="2100">
                <a:latin typeface="Arial"/>
                <a:ea typeface="+mn-lt"/>
                <a:cs typeface="+mn-lt"/>
              </a:rPr>
              <a:t> </a:t>
            </a:r>
            <a:r>
              <a:rPr lang="hu-HU" sz="2100" err="1">
                <a:latin typeface="Arial"/>
                <a:ea typeface="+mn-lt"/>
                <a:cs typeface="+mn-lt"/>
              </a:rPr>
              <a:t>pip</a:t>
            </a:r>
            <a:r>
              <a:rPr lang="hu-HU" sz="2100">
                <a:latin typeface="Arial"/>
                <a:ea typeface="+mn-lt"/>
                <a:cs typeface="+mn-lt"/>
              </a:rPr>
              <a:t>: </a:t>
            </a:r>
            <a:r>
              <a:rPr lang="hu-HU" sz="2100" err="1">
                <a:latin typeface="Arial"/>
                <a:ea typeface="+mn-lt"/>
                <a:cs typeface="+mn-lt"/>
              </a:rPr>
              <a:t>pip</a:t>
            </a:r>
            <a:r>
              <a:rPr lang="hu-HU" sz="2100">
                <a:latin typeface="Arial"/>
                <a:ea typeface="+mn-lt"/>
                <a:cs typeface="+mn-lt"/>
              </a:rPr>
              <a:t> </a:t>
            </a:r>
            <a:r>
              <a:rPr lang="hu-HU" sz="2100" err="1">
                <a:latin typeface="Arial"/>
                <a:ea typeface="+mn-lt"/>
                <a:cs typeface="+mn-lt"/>
              </a:rPr>
              <a:t>install</a:t>
            </a:r>
            <a:r>
              <a:rPr lang="hu-HU" sz="2100">
                <a:latin typeface="Arial"/>
                <a:ea typeface="+mn-lt"/>
                <a:cs typeface="+mn-lt"/>
              </a:rPr>
              <a:t> </a:t>
            </a:r>
            <a:r>
              <a:rPr lang="hu-HU" sz="2100" err="1">
                <a:latin typeface="Arial"/>
                <a:ea typeface="+mn-lt"/>
                <a:cs typeface="+mn-lt"/>
              </a:rPr>
              <a:t>coverage</a:t>
            </a:r>
            <a:endParaRPr lang="hu-HU" sz="2100">
              <a:latin typeface="Arial"/>
              <a:ea typeface="+mn-lt"/>
              <a:cs typeface="+mn-lt"/>
            </a:endParaRPr>
          </a:p>
          <a:p>
            <a:pPr marL="742950" lvl="1" indent="-342900"/>
            <a:r>
              <a:rPr lang="hu-HU" sz="2100" err="1">
                <a:latin typeface="Arial"/>
                <a:ea typeface="+mn-lt"/>
                <a:cs typeface="+mn-lt"/>
              </a:rPr>
              <a:t>To</a:t>
            </a:r>
            <a:r>
              <a:rPr lang="hu-HU" sz="2100">
                <a:latin typeface="Arial"/>
                <a:ea typeface="+mn-lt"/>
                <a:cs typeface="+mn-lt"/>
              </a:rPr>
              <a:t> </a:t>
            </a:r>
            <a:r>
              <a:rPr lang="hu-HU" sz="2100" err="1">
                <a:latin typeface="Arial"/>
                <a:ea typeface="+mn-lt"/>
                <a:cs typeface="+mn-lt"/>
              </a:rPr>
              <a:t>measure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while</a:t>
            </a:r>
            <a:r>
              <a:rPr lang="hu-HU" sz="2100">
                <a:latin typeface="Arial"/>
                <a:ea typeface="+mn-lt"/>
                <a:cs typeface="+mn-lt"/>
              </a:rPr>
              <a:t> </a:t>
            </a:r>
            <a:r>
              <a:rPr lang="hu-HU" sz="2100" err="1">
                <a:latin typeface="Arial"/>
                <a:ea typeface="+mn-lt"/>
                <a:cs typeface="+mn-lt"/>
              </a:rPr>
              <a:t>running</a:t>
            </a:r>
            <a:r>
              <a:rPr lang="hu-HU" sz="2100">
                <a:latin typeface="Arial"/>
                <a:ea typeface="+mn-lt"/>
                <a:cs typeface="+mn-lt"/>
              </a:rPr>
              <a:t> </a:t>
            </a:r>
            <a:r>
              <a:rPr lang="hu-HU" sz="2100" err="1">
                <a:latin typeface="Arial"/>
                <a:ea typeface="+mn-lt"/>
                <a:cs typeface="+mn-lt"/>
              </a:rPr>
              <a:t>your</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you</a:t>
            </a:r>
            <a:r>
              <a:rPr lang="hu-HU" sz="2100">
                <a:latin typeface="Arial"/>
                <a:ea typeface="+mn-lt"/>
                <a:cs typeface="+mn-lt"/>
              </a:rPr>
              <a:t> </a:t>
            </a:r>
            <a:r>
              <a:rPr lang="hu-HU" sz="2100" err="1">
                <a:latin typeface="Arial"/>
                <a:ea typeface="+mn-lt"/>
                <a:cs typeface="+mn-lt"/>
              </a:rPr>
              <a:t>can</a:t>
            </a:r>
            <a:r>
              <a:rPr lang="hu-HU" sz="2100">
                <a:latin typeface="Arial"/>
                <a:ea typeface="+mn-lt"/>
                <a:cs typeface="+mn-lt"/>
              </a:rPr>
              <a:t> </a:t>
            </a:r>
            <a:r>
              <a:rPr lang="hu-HU" sz="2100" err="1">
                <a:latin typeface="Arial"/>
                <a:ea typeface="+mn-lt"/>
                <a:cs typeface="+mn-lt"/>
              </a:rPr>
              <a:t>use</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run</a:t>
            </a:r>
            <a:r>
              <a:rPr lang="hu-HU" sz="2100">
                <a:latin typeface="Arial"/>
                <a:ea typeface="+mn-lt"/>
                <a:cs typeface="+mn-lt"/>
              </a:rPr>
              <a:t> </a:t>
            </a:r>
            <a:r>
              <a:rPr lang="hu-HU" sz="2100" err="1">
                <a:latin typeface="Arial"/>
                <a:ea typeface="+mn-lt"/>
                <a:cs typeface="+mn-lt"/>
              </a:rPr>
              <a:t>command</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run</a:t>
            </a:r>
            <a:r>
              <a:rPr lang="hu-HU" sz="2100">
                <a:latin typeface="Arial"/>
                <a:ea typeface="+mn-lt"/>
                <a:cs typeface="+mn-lt"/>
              </a:rPr>
              <a:t> -m unittest </a:t>
            </a:r>
            <a:r>
              <a:rPr lang="hu-HU" sz="2100" err="1">
                <a:latin typeface="Arial"/>
                <a:ea typeface="+mn-lt"/>
                <a:cs typeface="+mn-lt"/>
              </a:rPr>
              <a:t>discover</a:t>
            </a:r>
            <a:r>
              <a:rPr lang="hu-HU" sz="2100">
                <a:latin typeface="Arial"/>
                <a:ea typeface="+mn-lt"/>
                <a:cs typeface="+mn-lt"/>
              </a:rPr>
              <a:t>.</a:t>
            </a:r>
          </a:p>
          <a:p>
            <a:pPr lvl="1"/>
            <a:r>
              <a:rPr lang="hu-HU" sz="2100" err="1">
                <a:latin typeface="Arial"/>
                <a:ea typeface="+mn-lt"/>
                <a:cs typeface="+mn-lt"/>
              </a:rPr>
              <a:t>After</a:t>
            </a:r>
            <a:r>
              <a:rPr lang="hu-HU" sz="2100">
                <a:latin typeface="Arial"/>
                <a:ea typeface="+mn-lt"/>
                <a:cs typeface="+mn-lt"/>
              </a:rPr>
              <a:t> </a:t>
            </a:r>
            <a:r>
              <a:rPr lang="hu-HU" sz="2100" err="1">
                <a:latin typeface="Arial"/>
                <a:ea typeface="+mn-lt"/>
                <a:cs typeface="+mn-lt"/>
              </a:rPr>
              <a:t>running</a:t>
            </a:r>
            <a:r>
              <a:rPr lang="hu-HU" sz="2100">
                <a:latin typeface="Arial"/>
                <a:ea typeface="+mn-lt"/>
                <a:cs typeface="+mn-lt"/>
              </a:rPr>
              <a:t> </a:t>
            </a:r>
            <a:r>
              <a:rPr lang="hu-HU" sz="2100" err="1">
                <a:latin typeface="Arial"/>
                <a:ea typeface="+mn-lt"/>
                <a:cs typeface="+mn-lt"/>
              </a:rPr>
              <a:t>the</a:t>
            </a:r>
            <a:r>
              <a:rPr lang="hu-HU" sz="2100">
                <a:latin typeface="Arial"/>
                <a:ea typeface="+mn-lt"/>
                <a:cs typeface="+mn-lt"/>
              </a:rPr>
              <a:t> </a:t>
            </a:r>
            <a:r>
              <a:rPr lang="hu-HU" sz="2100" err="1">
                <a:latin typeface="Arial"/>
                <a:ea typeface="+mn-lt"/>
                <a:cs typeface="+mn-lt"/>
              </a:rPr>
              <a:t>tests</a:t>
            </a:r>
            <a:r>
              <a:rPr lang="hu-HU" sz="2100">
                <a:latin typeface="Arial"/>
                <a:ea typeface="+mn-lt"/>
                <a:cs typeface="+mn-lt"/>
              </a:rPr>
              <a:t>, </a:t>
            </a:r>
            <a:r>
              <a:rPr lang="hu-HU" sz="2100" err="1">
                <a:latin typeface="Arial"/>
                <a:ea typeface="+mn-lt"/>
                <a:cs typeface="+mn-lt"/>
              </a:rPr>
              <a:t>generate</a:t>
            </a:r>
            <a:r>
              <a:rPr lang="hu-HU" sz="2100">
                <a:latin typeface="Arial"/>
                <a:ea typeface="+mn-lt"/>
                <a:cs typeface="+mn-lt"/>
              </a:rPr>
              <a:t> a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report</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report</a:t>
            </a:r>
            <a:endParaRPr lang="hu-HU" sz="2100">
              <a:latin typeface="Arial"/>
              <a:cs typeface="Arial"/>
            </a:endParaRPr>
          </a:p>
          <a:p>
            <a:pPr lvl="1"/>
            <a:r>
              <a:rPr lang="hu-HU" sz="2100" err="1">
                <a:latin typeface="Arial"/>
                <a:ea typeface="+mn-lt"/>
                <a:cs typeface="+mn-lt"/>
              </a:rPr>
              <a:t>For</a:t>
            </a:r>
            <a:r>
              <a:rPr lang="hu-HU" sz="2100">
                <a:latin typeface="Arial"/>
                <a:ea typeface="+mn-lt"/>
                <a:cs typeface="+mn-lt"/>
              </a:rPr>
              <a:t> a more </a:t>
            </a:r>
            <a:r>
              <a:rPr lang="hu-HU" sz="2100" err="1">
                <a:latin typeface="Arial"/>
                <a:ea typeface="+mn-lt"/>
                <a:cs typeface="+mn-lt"/>
              </a:rPr>
              <a:t>detailed</a:t>
            </a:r>
            <a:r>
              <a:rPr lang="hu-HU" sz="2100">
                <a:latin typeface="Arial"/>
                <a:ea typeface="+mn-lt"/>
                <a:cs typeface="+mn-lt"/>
              </a:rPr>
              <a:t> </a:t>
            </a:r>
            <a:r>
              <a:rPr lang="hu-HU" sz="2100" err="1">
                <a:latin typeface="Arial"/>
                <a:ea typeface="+mn-lt"/>
                <a:cs typeface="+mn-lt"/>
              </a:rPr>
              <a:t>analysis</a:t>
            </a:r>
            <a:r>
              <a:rPr lang="hu-HU" sz="2100">
                <a:latin typeface="Arial"/>
                <a:ea typeface="+mn-lt"/>
                <a:cs typeface="+mn-lt"/>
              </a:rPr>
              <a:t>, </a:t>
            </a:r>
            <a:r>
              <a:rPr lang="hu-HU" sz="2100" err="1">
                <a:latin typeface="Arial"/>
                <a:ea typeface="+mn-lt"/>
                <a:cs typeface="+mn-lt"/>
              </a:rPr>
              <a:t>generate</a:t>
            </a:r>
            <a:r>
              <a:rPr lang="hu-HU" sz="2100">
                <a:latin typeface="Arial"/>
                <a:ea typeface="+mn-lt"/>
                <a:cs typeface="+mn-lt"/>
              </a:rPr>
              <a:t> an HTML </a:t>
            </a:r>
            <a:r>
              <a:rPr lang="hu-HU" sz="2100" err="1">
                <a:latin typeface="Arial"/>
                <a:ea typeface="+mn-lt"/>
                <a:cs typeface="+mn-lt"/>
              </a:rPr>
              <a:t>report</a:t>
            </a:r>
            <a:r>
              <a:rPr lang="hu-HU" sz="2100">
                <a:latin typeface="Arial"/>
                <a:ea typeface="+mn-lt"/>
                <a:cs typeface="+mn-lt"/>
              </a:rPr>
              <a:t>: </a:t>
            </a:r>
            <a:r>
              <a:rPr lang="hu-HU" sz="2100" err="1">
                <a:latin typeface="Arial"/>
                <a:ea typeface="+mn-lt"/>
                <a:cs typeface="+mn-lt"/>
              </a:rPr>
              <a:t>coverage</a:t>
            </a:r>
            <a:r>
              <a:rPr lang="hu-HU" sz="2100">
                <a:latin typeface="Arial"/>
                <a:ea typeface="+mn-lt"/>
                <a:cs typeface="+mn-lt"/>
              </a:rPr>
              <a:t> </a:t>
            </a:r>
            <a:r>
              <a:rPr lang="hu-HU" sz="2100" err="1">
                <a:latin typeface="Arial"/>
                <a:ea typeface="+mn-lt"/>
                <a:cs typeface="+mn-lt"/>
              </a:rPr>
              <a:t>html</a:t>
            </a:r>
            <a:endParaRPr lang="hu-HU" sz="2100">
              <a:latin typeface="Arial"/>
              <a:ea typeface="+mn-lt"/>
              <a:cs typeface="+mn-lt"/>
            </a:endParaRPr>
          </a:p>
          <a:p>
            <a:pPr marL="400050" lvl="1" indent="0">
              <a:buNone/>
            </a:pPr>
            <a:endParaRPr lang="hu-HU" sz="2100">
              <a:ea typeface="+mn-lt"/>
              <a:cs typeface="+mn-lt"/>
            </a:endParaRPr>
          </a:p>
          <a:p>
            <a:pPr lvl="1" indent="-285750"/>
            <a:endParaRPr lang="hu-HU" sz="2100">
              <a:ea typeface="+mn-lt"/>
              <a:cs typeface="+mn-lt"/>
            </a:endParaRPr>
          </a:p>
          <a:p>
            <a:pPr lvl="1" indent="-285750"/>
            <a:endParaRPr lang="hu-HU" sz="2100">
              <a:ea typeface="+mn-lt"/>
              <a:cs typeface="+mn-lt"/>
            </a:endParaRPr>
          </a:p>
        </p:txBody>
      </p:sp>
    </p:spTree>
    <p:extLst>
      <p:ext uri="{BB962C8B-B14F-4D97-AF65-F5344CB8AC3E}">
        <p14:creationId xmlns:p14="http://schemas.microsoft.com/office/powerpoint/2010/main" val="4243100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0BBE931F-DE63-DBB2-1EF2-034293E36EA0}"/>
              </a:ext>
            </a:extLst>
          </p:cNvPr>
          <p:cNvSpPr>
            <a:spLocks noGrp="1"/>
          </p:cNvSpPr>
          <p:nvPr>
            <p:ph idx="1"/>
          </p:nvPr>
        </p:nvSpPr>
        <p:spPr>
          <a:xfrm>
            <a:off x="76200" y="588"/>
            <a:ext cx="5256860" cy="5762449"/>
          </a:xfrm>
        </p:spPr>
        <p:txBody>
          <a:bodyPr vert="horz" lIns="91440" tIns="45720" rIns="91440" bIns="45720" rtlCol="0" anchor="t">
            <a:normAutofit/>
          </a:bodyPr>
          <a:lstStyle/>
          <a:p>
            <a:pPr marL="0" indent="0">
              <a:buNone/>
            </a:pPr>
            <a:r>
              <a:rPr lang="hu-HU" sz="3200" err="1">
                <a:solidFill>
                  <a:schemeClr val="accent1"/>
                </a:solidFill>
                <a:latin typeface="Arial"/>
                <a:cs typeface="Arial"/>
              </a:rPr>
              <a:t>Example</a:t>
            </a:r>
            <a:r>
              <a:rPr lang="hu-HU" sz="3200">
                <a:solidFill>
                  <a:schemeClr val="accent1"/>
                </a:solidFill>
                <a:latin typeface="Arial"/>
                <a:cs typeface="Arial"/>
              </a:rPr>
              <a:t> of Test </a:t>
            </a:r>
            <a:r>
              <a:rPr lang="hu-HU" sz="3200" err="1">
                <a:solidFill>
                  <a:schemeClr val="accent1"/>
                </a:solidFill>
                <a:latin typeface="Arial"/>
                <a:cs typeface="Arial"/>
              </a:rPr>
              <a:t>Coverage</a:t>
            </a:r>
            <a:r>
              <a:rPr lang="hu-HU" sz="3200">
                <a:solidFill>
                  <a:schemeClr val="accent1"/>
                </a:solidFill>
                <a:latin typeface="Arial"/>
                <a:cs typeface="Arial"/>
              </a:rPr>
              <a:t>:</a:t>
            </a:r>
            <a:endParaRPr lang="hu-HU">
              <a:solidFill>
                <a:schemeClr val="accent1"/>
              </a:solidFill>
              <a:latin typeface="Aptos" panose="020B0004020202020204"/>
              <a:cs typeface="Arial"/>
            </a:endParaRPr>
          </a:p>
          <a:p>
            <a:pPr marL="0" indent="0">
              <a:buNone/>
            </a:pPr>
            <a:r>
              <a:rPr lang="hu-HU" sz="2100">
                <a:latin typeface="Arial"/>
                <a:cs typeface="Arial"/>
              </a:rPr>
              <a:t> </a:t>
            </a:r>
            <a:r>
              <a:rPr lang="hu-HU" sz="2100" err="1">
                <a:latin typeface="Arial"/>
                <a:cs typeface="Arial"/>
              </a:rPr>
              <a:t>Create</a:t>
            </a:r>
            <a:r>
              <a:rPr lang="hu-HU" sz="2100">
                <a:latin typeface="Arial"/>
                <a:cs typeface="Arial"/>
              </a:rPr>
              <a:t> a example.py </a:t>
            </a: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a:p>
            <a:pPr marL="0" indent="0">
              <a:buNone/>
            </a:pPr>
            <a:endParaRPr lang="hu-HU" sz="2100">
              <a:solidFill>
                <a:srgbClr val="000000"/>
              </a:solidFill>
              <a:latin typeface="Arial"/>
              <a:cs typeface="Arial"/>
            </a:endParaRPr>
          </a:p>
        </p:txBody>
      </p:sp>
      <p:pic>
        <p:nvPicPr>
          <p:cNvPr id="5" name="Kép 4" descr="A képen szöveg, képernyőkép, Betűtípus látható&#10;&#10;Automatikusan generált leírás">
            <a:extLst>
              <a:ext uri="{FF2B5EF4-FFF2-40B4-BE49-F238E27FC236}">
                <a16:creationId xmlns:a16="http://schemas.microsoft.com/office/drawing/2014/main" id="{CF0DB2EC-EE61-5809-7738-38A88C15EB4A}"/>
              </a:ext>
            </a:extLst>
          </p:cNvPr>
          <p:cNvPicPr>
            <a:picLocks noChangeAspect="1"/>
          </p:cNvPicPr>
          <p:nvPr/>
        </p:nvPicPr>
        <p:blipFill>
          <a:blip r:embed="rId2"/>
          <a:stretch>
            <a:fillRect/>
          </a:stretch>
        </p:blipFill>
        <p:spPr>
          <a:xfrm>
            <a:off x="176095" y="1147468"/>
            <a:ext cx="5264033" cy="3848100"/>
          </a:xfrm>
          <a:prstGeom prst="rect">
            <a:avLst/>
          </a:prstGeom>
        </p:spPr>
      </p:pic>
      <p:sp>
        <p:nvSpPr>
          <p:cNvPr id="7" name="Tartalom helye 2">
            <a:extLst>
              <a:ext uri="{FF2B5EF4-FFF2-40B4-BE49-F238E27FC236}">
                <a16:creationId xmlns:a16="http://schemas.microsoft.com/office/drawing/2014/main" id="{F9E1EE05-9096-84CC-7184-2BFA45F3268D}"/>
              </a:ext>
            </a:extLst>
          </p:cNvPr>
          <p:cNvSpPr txBox="1">
            <a:spLocks/>
          </p:cNvSpPr>
          <p:nvPr/>
        </p:nvSpPr>
        <p:spPr>
          <a:xfrm>
            <a:off x="6098822" y="2469"/>
            <a:ext cx="5256860" cy="576244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hu-HU" sz="3200">
              <a:solidFill>
                <a:schemeClr val="accent1"/>
              </a:solidFill>
              <a:latin typeface="Arial"/>
              <a:cs typeface="Arial"/>
            </a:endParaRPr>
          </a:p>
          <a:p>
            <a:pPr marL="0" indent="0">
              <a:buFont typeface="Arial" panose="020B0604020202020204" pitchFamily="34" charset="0"/>
              <a:buNone/>
            </a:pPr>
            <a:r>
              <a:rPr lang="hu-HU" sz="2100">
                <a:latin typeface="Arial"/>
                <a:cs typeface="Arial"/>
              </a:rPr>
              <a:t> </a:t>
            </a:r>
            <a:r>
              <a:rPr lang="hu-HU" sz="2100" err="1">
                <a:latin typeface="Arial"/>
                <a:cs typeface="Arial"/>
              </a:rPr>
              <a:t>Create</a:t>
            </a:r>
            <a:r>
              <a:rPr lang="hu-HU" sz="2100">
                <a:latin typeface="Arial"/>
                <a:cs typeface="Arial"/>
              </a:rPr>
              <a:t> a test_example.py </a:t>
            </a:r>
            <a:endParaRPr lang="hu-HU" sz="3200">
              <a:solidFill>
                <a:schemeClr val="accent1"/>
              </a:solidFill>
              <a:latin typeface="Arial"/>
              <a:cs typeface="Arial"/>
            </a:endParaRPr>
          </a:p>
          <a:p>
            <a:pPr marL="0" indent="0">
              <a:buFont typeface="Arial" panose="020B0604020202020204" pitchFamily="34" charset="0"/>
              <a:buNone/>
            </a:pPr>
            <a:br>
              <a:rPr lang="hu-HU"/>
            </a:br>
            <a:endParaRPr lang="hu-HU"/>
          </a:p>
        </p:txBody>
      </p:sp>
      <p:pic>
        <p:nvPicPr>
          <p:cNvPr id="10" name="Kép 9" descr="A képen szöveg, képernyőkép, szoftver, képernyő látható&#10;&#10;Automatikusan generált leírás">
            <a:extLst>
              <a:ext uri="{FF2B5EF4-FFF2-40B4-BE49-F238E27FC236}">
                <a16:creationId xmlns:a16="http://schemas.microsoft.com/office/drawing/2014/main" id="{395985A5-6673-9278-B65D-6767D5ABC9BD}"/>
              </a:ext>
            </a:extLst>
          </p:cNvPr>
          <p:cNvPicPr>
            <a:picLocks noChangeAspect="1"/>
          </p:cNvPicPr>
          <p:nvPr/>
        </p:nvPicPr>
        <p:blipFill>
          <a:blip r:embed="rId3"/>
          <a:stretch>
            <a:fillRect/>
          </a:stretch>
        </p:blipFill>
        <p:spPr>
          <a:xfrm>
            <a:off x="6102763" y="1143647"/>
            <a:ext cx="5762625" cy="5229225"/>
          </a:xfrm>
          <a:prstGeom prst="rect">
            <a:avLst/>
          </a:prstGeom>
        </p:spPr>
      </p:pic>
      <p:pic>
        <p:nvPicPr>
          <p:cNvPr id="12" name="Kép 11" descr="A képen szöveg, képernyőkép, Betűtípus látható&#10;&#10;Automatikusan generált leírás">
            <a:extLst>
              <a:ext uri="{FF2B5EF4-FFF2-40B4-BE49-F238E27FC236}">
                <a16:creationId xmlns:a16="http://schemas.microsoft.com/office/drawing/2014/main" id="{9D3972F1-8DC5-725B-6538-7634AFFFBB32}"/>
              </a:ext>
            </a:extLst>
          </p:cNvPr>
          <p:cNvPicPr>
            <a:picLocks noChangeAspect="1"/>
          </p:cNvPicPr>
          <p:nvPr/>
        </p:nvPicPr>
        <p:blipFill>
          <a:blip r:embed="rId4"/>
          <a:stretch>
            <a:fillRect/>
          </a:stretch>
        </p:blipFill>
        <p:spPr>
          <a:xfrm>
            <a:off x="171862" y="5076707"/>
            <a:ext cx="6006277" cy="1295400"/>
          </a:xfrm>
          <a:prstGeom prst="rect">
            <a:avLst/>
          </a:prstGeom>
        </p:spPr>
      </p:pic>
    </p:spTree>
    <p:extLst>
      <p:ext uri="{BB962C8B-B14F-4D97-AF65-F5344CB8AC3E}">
        <p14:creationId xmlns:p14="http://schemas.microsoft.com/office/powerpoint/2010/main" val="3349143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298EC83E-C14E-11AE-683B-B67929D64CFC}"/>
              </a:ext>
            </a:extLst>
          </p:cNvPr>
          <p:cNvSpPr>
            <a:spLocks noGrp="1"/>
          </p:cNvSpPr>
          <p:nvPr>
            <p:ph idx="1"/>
          </p:nvPr>
        </p:nvSpPr>
        <p:spPr>
          <a:xfrm>
            <a:off x="838200" y="343959"/>
            <a:ext cx="10515600" cy="5833004"/>
          </a:xfrm>
        </p:spPr>
        <p:txBody>
          <a:bodyPr vert="horz" lIns="91440" tIns="45720" rIns="91440" bIns="45720" rtlCol="0" anchor="t">
            <a:normAutofit/>
          </a:bodyPr>
          <a:lstStyle/>
          <a:p>
            <a:pPr marL="0" indent="0">
              <a:buNone/>
            </a:pPr>
            <a:r>
              <a:rPr lang="hu-HU"/>
              <a:t>   </a:t>
            </a:r>
            <a:r>
              <a:rPr lang="hu-HU" err="1"/>
              <a:t>Run</a:t>
            </a:r>
            <a:r>
              <a:rPr lang="hu-HU"/>
              <a:t> </a:t>
            </a:r>
            <a:r>
              <a:rPr lang="hu-HU" err="1"/>
              <a:t>coverage</a:t>
            </a:r>
            <a:r>
              <a:rPr lang="hu-HU"/>
              <a:t> </a:t>
            </a:r>
            <a:r>
              <a:rPr lang="hu-HU" err="1"/>
              <a:t>html</a:t>
            </a:r>
            <a:r>
              <a:rPr lang="hu-HU"/>
              <a:t> </a:t>
            </a:r>
            <a:r>
              <a:rPr lang="hu-HU" err="1"/>
              <a:t>to</a:t>
            </a:r>
            <a:r>
              <a:rPr lang="hu-HU"/>
              <a:t> </a:t>
            </a:r>
            <a:r>
              <a:rPr lang="hu-HU" err="1"/>
              <a:t>view</a:t>
            </a:r>
            <a:r>
              <a:rPr lang="hu-HU"/>
              <a:t> </a:t>
            </a:r>
            <a:r>
              <a:rPr lang="hu-HU" err="1"/>
              <a:t>the</a:t>
            </a:r>
            <a:r>
              <a:rPr lang="hu-HU"/>
              <a:t> </a:t>
            </a:r>
            <a:r>
              <a:rPr lang="hu-HU" err="1"/>
              <a:t>result</a:t>
            </a:r>
            <a:r>
              <a:rPr lang="hu-HU"/>
              <a:t> over </a:t>
            </a:r>
            <a:r>
              <a:rPr lang="hu-HU" err="1"/>
              <a:t>the</a:t>
            </a:r>
            <a:r>
              <a:rPr lang="hu-HU"/>
              <a:t> browser:</a:t>
            </a:r>
          </a:p>
          <a:p>
            <a:pPr marL="0" indent="0">
              <a:buNone/>
            </a:pPr>
            <a:endParaRPr lang="hu-HU"/>
          </a:p>
        </p:txBody>
      </p:sp>
      <p:pic>
        <p:nvPicPr>
          <p:cNvPr id="6" name="Kép 5" descr="A képen szöveg, képernyőkép, szoftver látható&#10;&#10;Automatikusan generált leírás">
            <a:extLst>
              <a:ext uri="{FF2B5EF4-FFF2-40B4-BE49-F238E27FC236}">
                <a16:creationId xmlns:a16="http://schemas.microsoft.com/office/drawing/2014/main" id="{CC94349E-5C27-833F-4059-1994C53D5601}"/>
              </a:ext>
            </a:extLst>
          </p:cNvPr>
          <p:cNvPicPr>
            <a:picLocks noChangeAspect="1"/>
          </p:cNvPicPr>
          <p:nvPr/>
        </p:nvPicPr>
        <p:blipFill>
          <a:blip r:embed="rId2"/>
          <a:stretch>
            <a:fillRect/>
          </a:stretch>
        </p:blipFill>
        <p:spPr>
          <a:xfrm>
            <a:off x="2200275" y="976313"/>
            <a:ext cx="7791450" cy="4905375"/>
          </a:xfrm>
          <a:prstGeom prst="rect">
            <a:avLst/>
          </a:prstGeom>
        </p:spPr>
      </p:pic>
    </p:spTree>
    <p:extLst>
      <p:ext uri="{BB962C8B-B14F-4D97-AF65-F5344CB8AC3E}">
        <p14:creationId xmlns:p14="http://schemas.microsoft.com/office/powerpoint/2010/main" val="201112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8764" y="2868930"/>
            <a:ext cx="4626610" cy="696595"/>
          </a:xfrm>
          <a:prstGeom prst="rect">
            <a:avLst/>
          </a:prstGeom>
        </p:spPr>
        <p:txBody>
          <a:bodyPr vert="horz" wrap="square" lIns="0" tIns="13335" rIns="0" bIns="0" rtlCol="0">
            <a:spAutoFit/>
          </a:bodyPr>
          <a:lstStyle/>
          <a:p>
            <a:pPr marL="12700">
              <a:lnSpc>
                <a:spcPct val="100000"/>
              </a:lnSpc>
              <a:spcBef>
                <a:spcPts val="105"/>
              </a:spcBef>
            </a:pPr>
            <a:r>
              <a:rPr sz="4400" b="0" spc="-210">
                <a:solidFill>
                  <a:srgbClr val="000000"/>
                </a:solidFill>
                <a:latin typeface="Trebuchet MS"/>
                <a:cs typeface="Trebuchet MS"/>
              </a:rPr>
              <a:t>See</a:t>
            </a:r>
            <a:r>
              <a:rPr sz="4400" b="0" spc="-430">
                <a:solidFill>
                  <a:srgbClr val="000000"/>
                </a:solidFill>
                <a:latin typeface="Trebuchet MS"/>
                <a:cs typeface="Trebuchet MS"/>
              </a:rPr>
              <a:t> </a:t>
            </a:r>
            <a:r>
              <a:rPr sz="4400" b="0" spc="-180">
                <a:solidFill>
                  <a:srgbClr val="000000"/>
                </a:solidFill>
                <a:latin typeface="Trebuchet MS"/>
                <a:cs typeface="Trebuchet MS"/>
              </a:rPr>
              <a:t>you</a:t>
            </a:r>
            <a:r>
              <a:rPr sz="4400" b="0" spc="-440">
                <a:solidFill>
                  <a:srgbClr val="000000"/>
                </a:solidFill>
                <a:latin typeface="Trebuchet MS"/>
                <a:cs typeface="Trebuchet MS"/>
              </a:rPr>
              <a:t> </a:t>
            </a:r>
            <a:r>
              <a:rPr sz="4400" b="0" spc="-210">
                <a:solidFill>
                  <a:srgbClr val="000000"/>
                </a:solidFill>
                <a:latin typeface="Trebuchet MS"/>
                <a:cs typeface="Trebuchet MS"/>
              </a:rPr>
              <a:t>in</a:t>
            </a:r>
            <a:r>
              <a:rPr sz="4400" b="0" spc="-425">
                <a:solidFill>
                  <a:srgbClr val="000000"/>
                </a:solidFill>
                <a:latin typeface="Trebuchet MS"/>
                <a:cs typeface="Trebuchet MS"/>
              </a:rPr>
              <a:t> </a:t>
            </a:r>
            <a:r>
              <a:rPr sz="4400" b="0" spc="-235">
                <a:solidFill>
                  <a:srgbClr val="000000"/>
                </a:solidFill>
                <a:latin typeface="Trebuchet MS"/>
                <a:cs typeface="Trebuchet MS"/>
              </a:rPr>
              <a:t>the</a:t>
            </a:r>
            <a:r>
              <a:rPr sz="4400" b="0" spc="-420">
                <a:solidFill>
                  <a:srgbClr val="000000"/>
                </a:solidFill>
                <a:latin typeface="Trebuchet MS"/>
                <a:cs typeface="Trebuchet MS"/>
              </a:rPr>
              <a:t> </a:t>
            </a:r>
            <a:r>
              <a:rPr sz="4400" b="0" spc="-285">
                <a:solidFill>
                  <a:srgbClr val="000000"/>
                </a:solidFill>
                <a:latin typeface="Trebuchet MS"/>
                <a:cs typeface="Trebuchet MS"/>
              </a:rPr>
              <a:t>Lab</a:t>
            </a:r>
            <a:r>
              <a:rPr sz="4400" b="0" spc="-430">
                <a:solidFill>
                  <a:srgbClr val="000000"/>
                </a:solidFill>
                <a:latin typeface="Trebuchet MS"/>
                <a:cs typeface="Trebuchet MS"/>
              </a:rPr>
              <a:t> </a:t>
            </a:r>
            <a:r>
              <a:rPr sz="4400" b="0" spc="-605">
                <a:solidFill>
                  <a:srgbClr val="000000"/>
                </a:solidFill>
                <a:latin typeface="Wingdings"/>
                <a:cs typeface="Wingdings"/>
              </a:rPr>
              <a:t></a:t>
            </a:r>
            <a:endParaRPr sz="4400">
              <a:latin typeface="Wingdings"/>
              <a:cs typeface="Wingdings"/>
            </a:endParaRPr>
          </a:p>
        </p:txBody>
      </p:sp>
    </p:spTree>
    <p:extLst>
      <p:ext uri="{BB962C8B-B14F-4D97-AF65-F5344CB8AC3E}">
        <p14:creationId xmlns:p14="http://schemas.microsoft.com/office/powerpoint/2010/main" val="665158625"/>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777CCA5CFB69449693A272A4A11BA1" ma:contentTypeVersion="4" ma:contentTypeDescription="Create a new document." ma:contentTypeScope="" ma:versionID="1f60264c4033aad1550f0e3760b5e723">
  <xsd:schema xmlns:xsd="http://www.w3.org/2001/XMLSchema" xmlns:xs="http://www.w3.org/2001/XMLSchema" xmlns:p="http://schemas.microsoft.com/office/2006/metadata/properties" xmlns:ns2="655cf30e-3c02-4866-95ad-9401a96e9cc6" targetNamespace="http://schemas.microsoft.com/office/2006/metadata/properties" ma:root="true" ma:fieldsID="f84af2609c06eda9deaab6c97a299e51" ns2:_="">
    <xsd:import namespace="655cf30e-3c02-4866-95ad-9401a96e9c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5cf30e-3c02-4866-95ad-9401a96e9c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688AE80-076A-4E58-AFE3-235B5B6F8532}"/>
</file>

<file path=customXml/itemProps2.xml><?xml version="1.0" encoding="utf-8"?>
<ds:datastoreItem xmlns:ds="http://schemas.openxmlformats.org/officeDocument/2006/customXml" ds:itemID="{DF258F3D-519D-40DB-BB0B-131AD243D7FB}"/>
</file>

<file path=customXml/itemProps3.xml><?xml version="1.0" encoding="utf-8"?>
<ds:datastoreItem xmlns:ds="http://schemas.openxmlformats.org/officeDocument/2006/customXml" ds:itemID="{51F2CA37-7817-4608-B138-9112ED179E36}"/>
</file>

<file path=docProps/app.xml><?xml version="1.0" encoding="utf-8"?>
<Properties xmlns="http://schemas.openxmlformats.org/officeDocument/2006/extended-properties" xmlns:vt="http://schemas.openxmlformats.org/officeDocument/2006/docPropsVTypes">
  <TotalTime>1475</TotalTime>
  <Words>2569</Words>
  <Application>Microsoft Office PowerPoint</Application>
  <PresentationFormat>Widescreen</PresentationFormat>
  <Paragraphs>169</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Display</vt:lpstr>
      <vt:lpstr>Arial</vt:lpstr>
      <vt:lpstr>Calibri</vt:lpstr>
      <vt:lpstr>Carlito</vt:lpstr>
      <vt:lpstr>Courier New</vt:lpstr>
      <vt:lpstr>Trebuchet MS</vt:lpstr>
      <vt:lpstr>Wingdings</vt:lpstr>
      <vt:lpstr>Office-téma</vt:lpstr>
      <vt:lpstr>Lecture -Testing</vt:lpstr>
      <vt:lpstr>Why do we need testing?  Testing is a crucial part of software development for several key reasons:  1. Ensuring Software Quality Verification of Functionality: Testing ensures that the software behaves as expected according to the specified requirements. It helps confirm that each feature works correctly, delivering the functionality users need. Validation: Testing verifies that the software meets the user's needs and expectations. It ensures that the product being developed aligns with the intended use.  2. Identifying and Fixing Bugs Early Detection of Defects: Testing allows developers to catch bugs and issues early in the development process before they reach production, where they could cause more significant problems. Preventing Future Issues: By fixing bugs early, testing helps prevent related issues from arising later in the development cycle or in future updates.  3. Improving Software Reliability and Stability Reliability: Well-tested software is more reliable. It’s less likely to crash, lose data, or behave unpredictably, leading to a better user experience. Stability: Regular testing, especially through practices like regression testing, ensures that new changes don’t inadvertently break existing functionality. </vt:lpstr>
      <vt:lpstr>PowerPoint Presentation</vt:lpstr>
      <vt:lpstr>Why Python for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Unit testing and Integration testing</vt:lpstr>
      <vt:lpstr>Difference between Integration testing and System testing</vt:lpstr>
      <vt:lpstr>PowerPoint Presentation</vt:lpstr>
      <vt:lpstr>PowerPoint Presentation</vt:lpstr>
      <vt:lpstr>PowerPoint Presentation</vt:lpstr>
      <vt:lpstr>PowerPoint Presentation</vt:lpstr>
      <vt:lpstr>See you in the Lab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
  <cp:lastModifiedBy>dhulfiqar aalwahab</cp:lastModifiedBy>
  <cp:revision>70</cp:revision>
  <dcterms:created xsi:type="dcterms:W3CDTF">2024-08-26T11:25:41Z</dcterms:created>
  <dcterms:modified xsi:type="dcterms:W3CDTF">2024-11-27T07:48:27Z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0x01010049777CCA5CFB69449693A272A4A11BA1</vt:lpwstr>
  </property>
</Properties>
</file>